
<file path=[Content_Types].xml><?xml version="1.0" encoding="utf-8"?>
<Types xmlns="http://schemas.openxmlformats.org/package/2006/content-types">
  <Default Extension="xml" ContentType="application/xml"/>
  <Default Extension="xlsx" ContentType="application/vnd.openxmlformats-officedocument.spreadsheetml.sheet"/>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charts/style2.xml" ContentType="application/vnd.ms-office.chartstyle+xml"/>
  <Override PartName="/ppt/slideLayouts/slideLayout7.xml" ContentType="application/vnd.openxmlformats-officedocument.presentationml.slideLayout+xml"/>
  <Override PartName="/ppt/slides/slide15.xml" ContentType="application/vnd.openxmlformats-officedocument.presentationml.slide+xml"/>
  <Override PartName="/ppt/charts/chart1.xml" ContentType="application/vnd.openxmlformats-officedocument.drawingml.chart+xml"/>
  <Override PartName="/ppt/charts/colors6.xml" ContentType="application/vnd.ms-office.chartcolorstyle+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charts/colors4.xml" ContentType="application/vnd.ms-office.chartcolorstyle+xml"/>
  <Override PartName="/ppt/notesSlides/notesSlide21.xml" ContentType="application/vnd.openxmlformats-officedocument.presentationml.notesSlide+xml"/>
  <Override PartName="/ppt/slideLayouts/slideLayout13.xml" ContentType="application/vnd.openxmlformats-officedocument.presentationml.slideLayout+xml"/>
  <Override PartName="/ppt/notesSlides/notesSlide2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viewProps.xml" ContentType="application/vnd.openxmlformats-officedocument.presentationml.viewProps+xml"/>
  <Override PartName="/ppt/charts/chart4.xml" ContentType="application/vnd.openxmlformats-officedocument.drawingml.chart+xml"/>
  <Override PartName="/ppt/slides/slide3.xml" ContentType="application/vnd.openxmlformats-officedocument.presentationml.slide+xml"/>
  <Override PartName="/ppt/presentation.xml" ContentType="application/vnd.openxmlformats-officedocument.presentationml.presentation.main+xml"/>
  <Override PartName="/ppt/notesSlides/notesSlide7.xml" ContentType="application/vnd.openxmlformats-officedocument.presentationml.notesSlide+xml"/>
  <Override PartName="/ppt/slideLayouts/slideLayout4.xml" ContentType="application/vnd.openxmlformats-officedocument.presentationml.slideLayout+xml"/>
  <Override PartName="/ppt/charts/chart6.xml" ContentType="application/vnd.openxmlformats-officedocument.drawingml.chart+xml"/>
  <Override PartName="/ppt/slideLayouts/slideLayout10.xml" ContentType="application/vnd.openxmlformats-officedocument.presentationml.slideLayout+xml"/>
  <Override PartName="/ppt/charts/colors3.xml" ContentType="application/vnd.ms-office.chartcolorstyl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6.xml" ContentType="application/vnd.openxmlformats-officedocument.presentationml.slide+xml"/>
  <Override PartName="/customXml/itemProps3.xml" ContentType="application/vnd.openxmlformats-officedocument.customXmlProperties+xml"/>
  <Override PartName="/ppt/charts/style3.xml" ContentType="application/vnd.ms-office.chartstyle+xml"/>
  <Override PartName="/ppt/charts/chart3.xml" ContentType="application/vnd.openxmlformats-officedocument.drawingml.chart+xml"/>
  <Override PartName="/ppt/slideLayouts/slideLayout14.xml" ContentType="application/vnd.openxmlformats-officedocument.presentationml.slideLayout+xml"/>
  <Override PartName="/ppt/charts/colors2.xml" ContentType="application/vnd.ms-office.chartcolorstyle+xml"/>
  <Override PartName="/ppt/presProps.xml" ContentType="application/vnd.openxmlformats-officedocument.presentationml.presProps+xml"/>
  <Override PartName="/ppt/slides/slide21.xml" ContentType="application/vnd.openxmlformats-officedocument.presentationml.slide+xml"/>
  <Override PartName="/ppt/charts/colors1.xml" ContentType="application/vnd.ms-office.chartcolorstyl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charts/style4.xml" ContentType="application/vnd.ms-office.chartstyle+xml"/>
  <Override PartName="/ppt/charts/chart5.xml" ContentType="application/vnd.openxmlformats-officedocument.drawingml.chart+xml"/>
  <Override PartName="/ppt/notesSlides/notesSlide10.xml" ContentType="application/vnd.openxmlformats-officedocument.presentationml.notesSlide+xml"/>
  <Override PartName="/ppt/charts/colors5.xml" ContentType="application/vnd.ms-office.chartcolorstyle+xml"/>
  <Override PartName="/ppt/notesSlides/notesSlide16.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customXml/itemProps2.xml" ContentType="application/vnd.openxmlformats-officedocument.customXmlProperties+xml"/>
  <Override PartName="/ppt/slides/slide12.xml" ContentType="application/vnd.openxmlformats-officedocument.presentationml.slide+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s/slide2.xml" ContentType="application/vnd.openxmlformats-officedocument.presentationml.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3.xml" ContentType="application/vnd.openxmlformats-officedocument.presentationml.notesSlide+xml"/>
  <Override PartName="/ppt/slides/slide10.xml" ContentType="application/vnd.openxmlformats-officedocument.presentationml.slide+xml"/>
  <Override PartName="/ppt/charts/style6.xml" ContentType="application/vnd.ms-office.chartstyle+xml"/>
  <Override PartName="/ppt/charts/style5.xml" ContentType="application/vnd.ms-office.chartstyle+xml"/>
  <Override PartName="/ppt/notesSlides/notesSlide11.xml" ContentType="application/vnd.openxmlformats-officedocument.presentationml.notesSlide+xml"/>
  <Override PartName="/ppt/slideMasters/slideMaster1.xml" ContentType="application/vnd.openxmlformats-officedocument.presentationml.slideMaster+xml"/>
  <Override PartName="/ppt/slides/slide14.xml" ContentType="application/vnd.openxmlformats-officedocument.presentationml.slide+xml"/>
  <Override PartName="/ppt/slides/slide13.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6.xml" ContentType="application/vnd.openxmlformats-officedocument.presentationml.slideLayout+xml"/>
  <Override PartName="/ppt/slides/slide4.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2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xml" ContentType="application/vnd.openxmlformats-officedocument.presentationml.slide+xml"/>
  <Override PartName="/customXml/itemProps1.xml" ContentType="application/vnd.openxmlformats-officedocument.customXmlProperties+xml"/>
  <Override PartName="/ppt/slides/slide25.xml" ContentType="application/vnd.openxmlformats-officedocument.presentationml.slide+xml"/>
  <Override PartName="/ppt/notesSlides/notesSlide14.xml" ContentType="application/vnd.openxmlformats-officedocument.presentationml.notesSlide+xml"/>
  <Override PartName="/ppt/slides/slide26.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Layouts/slideLayout12.xml" ContentType="application/vnd.openxmlformats-officedocument.presentationml.slideLayout+xml"/>
  <Override PartName="/ppt/slides/slide11.xml" ContentType="application/vnd.openxmlformats-officedocument.presentationml.slide+xml"/>
  <Override PartName="/ppt/notesSlides/notesSlide12.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4"/>
  </p:sldMasterIdLst>
  <p:notesMasterIdLst>
    <p:notesMasterId r:id="rId3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9144000"/>
  <p:custDataLst>
    <p:custData r:id="rId1"/>
    <p:custData r:id="rId2"/>
    <p:custData r:id="rId3"/>
  </p:custDataLst>
  <p:defaultTextStyle>
    <a:defPPr>
      <a:defRPr lang="de-DE"/>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p:cViewPr varScale="1">
        <p:scale>
          <a:sx n="106" d="100"/>
          <a:sy n="106" d="100"/>
        </p:scale>
        <p:origin x="1286" y="346"/>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notesMaster" Target="notesMasters/notesMaster1.xml"/><Relationship Id="rId34" Type="http://schemas.openxmlformats.org/officeDocument/2006/relationships/presProps" Target="presProps.xml" /><Relationship Id="rId35" Type="http://schemas.openxmlformats.org/officeDocument/2006/relationships/tableStyles" Target="tableStyles.xml" /><Relationship Id="rId36"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 Id="rId2" Type="http://schemas.microsoft.com/office/2011/relationships/chartStyle" Target="style1.xml" /><Relationship Id="rId3" Type="http://schemas.microsoft.com/office/2011/relationships/chartColorStyle" Target="colors1.xml"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 Id="rId2" Type="http://schemas.microsoft.com/office/2011/relationships/chartStyle" Target="style2.xml" /><Relationship Id="rId3" Type="http://schemas.microsoft.com/office/2011/relationships/chartColorStyle" Target="colors2.xml" /></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 /><Relationship Id="rId2" Type="http://schemas.microsoft.com/office/2011/relationships/chartStyle" Target="style3.xml" /><Relationship Id="rId3" Type="http://schemas.microsoft.com/office/2011/relationships/chartColorStyle" Target="colors3.xml" /></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 /><Relationship Id="rId2" Type="http://schemas.microsoft.com/office/2011/relationships/chartStyle" Target="style4.xml" /><Relationship Id="rId3" Type="http://schemas.microsoft.com/office/2011/relationships/chartColorStyle" Target="colors4.xml" /></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 /><Relationship Id="rId2" Type="http://schemas.microsoft.com/office/2011/relationships/chartStyle" Target="style5.xml" /><Relationship Id="rId3" Type="http://schemas.microsoft.com/office/2011/relationships/chartColorStyle" Target="colors5.xml" /></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 /><Relationship Id="rId2" Type="http://schemas.microsoft.com/office/2011/relationships/chartStyle" Target="style6.xml" /><Relationship Id="rId3" Type="http://schemas.microsoft.com/office/2011/relationships/chartColorStyle" Target="colors6.xml"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0.030414"/>
          <c:y val="0.039176"/>
          <c:w val="0.957065"/>
          <c:h val="0.768791"/>
        </c:manualLayout>
      </c:layout>
      <c:barChart>
        <c:barDir val="col"/>
        <c:grouping val="clustered"/>
        <c:varyColors val="0"/>
        <c:ser>
          <c:idx val="0"/>
          <c:order val="0"/>
          <c:tx>
            <c:strRef>
              <c:f>Tabelle1!$B$1</c:f>
              <c:strCache>
                <c:ptCount val="1"/>
                <c:pt idx="0">
                  <c:v>#7F7F7F</c:v>
                </c:pt>
              </c:strCache>
            </c:strRef>
          </c:tx>
          <c:spPr bwMode="auto">
            <a:prstGeom prst="rect">
              <a:avLst/>
            </a:prstGeom>
            <a:solidFill>
              <a:schemeClr val="accent1"/>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Tabelle1!$B$2</c:f>
              <c:numCache>
                <c:formatCode>General</c:formatCode>
                <c:ptCount val="1"/>
                <c:pt idx="0">
                  <c:v>4.3</c:v>
                </c:pt>
              </c:numCache>
            </c:numRef>
          </c:val>
        </c:ser>
        <c:ser>
          <c:idx val="1"/>
          <c:order val="1"/>
          <c:tx>
            <c:strRef>
              <c:f>Tabelle1!$C$1</c:f>
              <c:strCache>
                <c:ptCount val="1"/>
                <c:pt idx="0">
                  <c:v>#204251</c:v>
                </c:pt>
              </c:strCache>
            </c:strRef>
          </c:tx>
          <c:spPr bwMode="auto">
            <a:prstGeom prst="rect">
              <a:avLst/>
            </a:prstGeom>
            <a:solidFill>
              <a:schemeClr val="accent2"/>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Tabelle1!$C$2</c:f>
              <c:numCache>
                <c:formatCode>General</c:formatCode>
                <c:ptCount val="1"/>
                <c:pt idx="0">
                  <c:v>3</c:v>
                </c:pt>
              </c:numCache>
            </c:numRef>
          </c:val>
        </c:ser>
        <c:ser>
          <c:idx val="2"/>
          <c:order val="2"/>
          <c:tx>
            <c:strRef>
              <c:f>Tabelle1!$D$1</c:f>
              <c:strCache>
                <c:ptCount val="1"/>
                <c:pt idx="0">
                  <c:v>#2F586E</c:v>
                </c:pt>
              </c:strCache>
            </c:strRef>
          </c:tx>
          <c:spPr bwMode="auto">
            <a:prstGeom prst="rect">
              <a:avLst/>
            </a:prstGeom>
            <a:solidFill>
              <a:schemeClr val="accent3"/>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Tabelle1!$D$2</c:f>
              <c:numCache>
                <c:formatCode>General</c:formatCode>
                <c:ptCount val="1"/>
                <c:pt idx="0">
                  <c:v>2</c:v>
                </c:pt>
              </c:numCache>
            </c:numRef>
          </c:val>
        </c:ser>
        <c:ser>
          <c:idx val="3"/>
          <c:order val="3"/>
          <c:tx>
            <c:strRef>
              <c:f>Tabelle1!$E$1</c:f>
              <c:strCache>
                <c:ptCount val="1"/>
                <c:pt idx="0">
                  <c:v>#8C9FB1</c:v>
                </c:pt>
              </c:strCache>
            </c:strRef>
          </c:tx>
          <c:spPr bwMode="auto">
            <a:prstGeom prst="rect">
              <a:avLst/>
            </a:prstGeom>
            <a:solidFill>
              <a:schemeClr val="accent4"/>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Tabelle1!$E$2</c:f>
              <c:numCache>
                <c:formatCode>General</c:formatCode>
                <c:ptCount val="1"/>
                <c:pt idx="0">
                  <c:v>3.5</c:v>
                </c:pt>
              </c:numCache>
            </c:numRef>
          </c:val>
        </c:ser>
        <c:ser>
          <c:idx val="4"/>
          <c:order val="4"/>
          <c:tx>
            <c:strRef>
              <c:f>Tabelle1!$F$1</c:f>
              <c:strCache>
                <c:ptCount val="1"/>
                <c:pt idx="0">
                  <c:v>#C2D0DC</c:v>
                </c:pt>
              </c:strCache>
            </c:strRef>
          </c:tx>
          <c:spPr bwMode="auto">
            <a:prstGeom prst="rect">
              <a:avLst/>
            </a:prstGeom>
            <a:solidFill>
              <a:schemeClr val="accent5"/>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Tabelle1!$F$2</c:f>
              <c:numCache>
                <c:formatCode>General</c:formatCode>
                <c:ptCount val="1"/>
                <c:pt idx="0">
                  <c:v>2.5</c:v>
                </c:pt>
              </c:numCache>
            </c:numRef>
          </c:val>
        </c:ser>
        <c:ser>
          <c:idx val="5"/>
          <c:order val="5"/>
          <c:tx>
            <c:strRef>
              <c:f>Tabelle1!$G$1</c:f>
              <c:strCache>
                <c:ptCount val="1"/>
                <c:pt idx="0">
                  <c:v>#C7C7C7</c:v>
                </c:pt>
              </c:strCache>
            </c:strRef>
          </c:tx>
          <c:spPr bwMode="auto">
            <a:prstGeom prst="rect">
              <a:avLst/>
            </a:prstGeom>
            <a:solidFill>
              <a:schemeClr val="accent6"/>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Tabelle1!$G$2</c:f>
              <c:numCache>
                <c:formatCode>General</c:formatCode>
                <c:ptCount val="1"/>
                <c:pt idx="0">
                  <c:v>3.5</c:v>
                </c:pt>
              </c:numCache>
            </c:numRef>
          </c:val>
        </c:ser>
        <c:dLbls>
          <c:dLblPos val="outEnd"/>
          <c:showBubbleSize val="0"/>
          <c:showCatName val="0"/>
          <c:showLeaderLines val="0"/>
          <c:showLegendKey val="0"/>
          <c:showPercent val="0"/>
          <c:showSerName val="0"/>
          <c:showVal val="1"/>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bwMode="auto">
          <a:prstGeom prst="rect">
            <a:avLst/>
          </a:prstGeom>
          <a:noFill/>
          <a:ln w="6350" cap="flat" cmpd="sng" algn="ctr">
            <a:solidFill>
              <a:schemeClr val="accent1"/>
            </a:solidFill>
            <a:round/>
          </a:ln>
          <a:effectLst/>
        </c:spPr>
        <c:txPr>
          <a:bodyPr rot="-60000000" spcFirstLastPara="1" vertOverflow="ellipsis" vert="horz" wrap="square" anchor="ctr" anchorCtr="1"/>
          <a:lstStyle/>
          <a:p>
            <a:pPr>
              <a:defRPr sz="1400" b="0" i="0" u="none" strike="noStrike">
                <a:solidFill>
                  <a:schemeClr val="tx1"/>
                </a:solidFill>
                <a:latin typeface="Arial"/>
                <a:ea typeface="Arial"/>
                <a:cs typeface="Arial"/>
              </a:defRPr>
            </a:pPr>
            <a:endParaRPr lang="de-DE"/>
          </a:p>
        </c:txPr>
        <c:crossAx val="1434658752"/>
        <c:crosses val="autoZero"/>
        <c:auto val="1"/>
        <c:lblAlgn val="ctr"/>
        <c:lblOffset val="100"/>
        <c:noMultiLvlLbl val="0"/>
      </c:catAx>
      <c:valAx>
        <c:axId val="1434658752"/>
        <c:scaling>
          <c:orientation val="minMax"/>
        </c:scaling>
        <c:delete val="0"/>
        <c:axPos val="l"/>
        <c:majorGridlines>
          <c:spPr bwMode="auto">
            <a:prstGeom prst="rect">
              <a:avLst/>
            </a:prstGeom>
            <a:ln w="6350" cap="flat" cmpd="sng" algn="ctr">
              <a:solidFill>
                <a:schemeClr val="accent6"/>
              </a:solidFill>
              <a:round/>
            </a:ln>
            <a:effectLst/>
          </c:spPr>
        </c:majorGridlines>
        <c:numFmt formatCode="General" sourceLinked="1"/>
        <c:majorTickMark val="none"/>
        <c:minorTickMark val="none"/>
        <c:tickLblPos val="nextTo"/>
        <c:spPr bwMode="auto">
          <a:prstGeom prst="rect">
            <a:avLst/>
          </a:prstGeom>
          <a:noFill/>
          <a:ln>
            <a:noFill/>
          </a:ln>
          <a:effectLst/>
        </c:spPr>
        <c:txPr>
          <a:bodyPr rot="-60000000" spcFirstLastPara="1" vertOverflow="ellipsis" vert="horz" wrap="square" anchor="ctr" anchorCtr="1"/>
          <a:lstStyle/>
          <a:p>
            <a:pPr>
              <a:defRPr sz="1400" b="0" i="0" u="none" strike="noStrike">
                <a:solidFill>
                  <a:schemeClr val="tx1"/>
                </a:solidFill>
                <a:latin typeface="Arial"/>
                <a:ea typeface="Arial"/>
                <a:cs typeface="Arial"/>
              </a:defRPr>
            </a:pPr>
            <a:endParaRPr lang="de-DE"/>
          </a:p>
        </c:txPr>
        <c:crossAx val="1434660416"/>
        <c:crosses val="autoZero"/>
        <c:crossBetween val="between"/>
        <c:majorUnit val="1.000000"/>
      </c:valAx>
      <c:spPr bwMode="auto">
        <a:prstGeom prst="rect">
          <a:avLst/>
        </a:prstGeom>
        <a:noFill/>
        <a:ln>
          <a:noFill/>
        </a:ln>
        <a:effectLst/>
      </c:spPr>
    </c:plotArea>
    <c:legend>
      <c:legendPos val="b"/>
      <c:layout>
        <c:manualLayout>
          <c:xMode val="edge"/>
          <c:yMode val="edge"/>
          <c:x val="0.217467"/>
          <c:y val="0.933712"/>
          <c:w val="0.565067"/>
          <c:h val="0.066288"/>
        </c:manualLayout>
      </c:layout>
      <c:overlay val="0"/>
      <c:spPr bwMode="auto">
        <a:prstGeom prst="rect">
          <a:avLst/>
        </a:prstGeom>
        <a:noFill/>
        <a:ln>
          <a:noFill/>
        </a:ln>
        <a:effectLst/>
      </c:spPr>
      <c:txPr>
        <a:bodyPr rot="0" spcFirstLastPara="1" vertOverflow="ellipsis" vert="horz" wrap="square" anchor="ctr" anchorCtr="1"/>
        <a:lstStyle/>
        <a:p>
          <a:pPr>
            <a:defRPr sz="1400" b="0" i="0" u="none" strike="noStrike">
              <a:solidFill>
                <a:schemeClr val="tx1"/>
              </a:solidFill>
              <a:latin typeface="+mn-lt"/>
              <a:ea typeface="+mn-ea"/>
              <a:cs typeface="+mn-cs"/>
            </a:defRPr>
          </a:pPr>
          <a:endParaRPr lang="de-DE"/>
        </a:p>
      </c:txPr>
    </c:legend>
    <c:plotVisOnly val="1"/>
    <c:dispBlanksAs val="gap"/>
    <c:showDLblsOverMax val="0"/>
  </c:chart>
  <c:spPr bwMode="auto">
    <a:xfrm rot="0">
      <a:off x="517525" y="1630363"/>
      <a:ext cx="11156950" cy="4570412"/>
    </a:xfrm>
    <a:prstGeom prst="rect">
      <a:avLst/>
    </a:prstGeom>
    <a:noFill/>
    <a:ln>
      <a:noFill/>
    </a:ln>
    <a:effectLst/>
  </c:spPr>
  <c:txPr>
    <a:bodyPr/>
    <a:lstStyle/>
    <a:p>
      <a:pPr>
        <a:defRPr sz="1400">
          <a:solidFill>
            <a:schemeClr val="tx1"/>
          </a:solidFill>
        </a:defRPr>
      </a:pPr>
      <a:endParaRPr lang="de-DE"/>
    </a:p>
  </c:tx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autoTitleDeleted val="0"/>
    <c:plotArea>
      <c:layout>
        <c:manualLayout>
          <c:layoutTarget val="inner"/>
          <c:xMode val="edge"/>
          <c:yMode val="edge"/>
          <c:x val="0.030414"/>
          <c:y val="0.039176"/>
          <c:w val="0.957065"/>
          <c:h val="0.768791"/>
        </c:manualLayout>
      </c:layout>
      <c:barChart>
        <c:barDir val="col"/>
        <c:grouping val="clustered"/>
        <c:varyColors val="0"/>
        <c:ser>
          <c:idx val="0"/>
          <c:order val="0"/>
          <c:tx>
            <c:strRef>
              <c:f>Tabelle1!$B$1</c:f>
              <c:strCache>
                <c:ptCount val="1"/>
                <c:pt idx="0">
                  <c:v>#7F7F7F</c:v>
                </c:pt>
              </c:strCache>
            </c:strRef>
          </c:tx>
          <c:spPr bwMode="auto">
            <a:prstGeom prst="rect">
              <a:avLst/>
            </a:prstGeom>
            <a:solidFill>
              <a:schemeClr val="accent1"/>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anchor="ctr" anchorCtr="1"/>
              <a:lstStyle/>
              <a:p>
                <a:pPr>
                  <a:defRPr lang="en-US"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Tabelle1!$B$2</c:f>
              <c:numCache>
                <c:formatCode>General</c:formatCode>
                <c:ptCount val="1"/>
                <c:pt idx="0">
                  <c:v>4.3</c:v>
                </c:pt>
              </c:numCache>
            </c:numRef>
          </c:val>
        </c:ser>
        <c:ser>
          <c:idx val="1"/>
          <c:order val="1"/>
          <c:tx>
            <c:strRef>
              <c:f>Tabelle1!$C$1</c:f>
              <c:strCache>
                <c:ptCount val="1"/>
                <c:pt idx="0">
                  <c:v>#204251</c:v>
                </c:pt>
              </c:strCache>
            </c:strRef>
          </c:tx>
          <c:spPr bwMode="auto">
            <a:prstGeom prst="rect">
              <a:avLst/>
            </a:prstGeom>
            <a:solidFill>
              <a:schemeClr val="accent2"/>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anchor="ctr" anchorCtr="1"/>
              <a:lstStyle/>
              <a:p>
                <a:pPr>
                  <a:defRPr lang="en-US"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Tabelle1!$C$2</c:f>
              <c:numCache>
                <c:formatCode>General</c:formatCode>
                <c:ptCount val="1"/>
                <c:pt idx="0">
                  <c:v>3</c:v>
                </c:pt>
              </c:numCache>
            </c:numRef>
          </c:val>
        </c:ser>
        <c:ser>
          <c:idx val="2"/>
          <c:order val="2"/>
          <c:tx>
            <c:strRef>
              <c:f>Tabelle1!$D$1</c:f>
              <c:strCache>
                <c:ptCount val="1"/>
                <c:pt idx="0">
                  <c:v>#2F586E</c:v>
                </c:pt>
              </c:strCache>
            </c:strRef>
          </c:tx>
          <c:spPr bwMode="auto">
            <a:prstGeom prst="rect">
              <a:avLst/>
            </a:prstGeom>
            <a:solidFill>
              <a:schemeClr val="accent3"/>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anchor="ctr" anchorCtr="1"/>
              <a:lstStyle/>
              <a:p>
                <a:pPr>
                  <a:defRPr lang="en-US"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Tabelle1!$D$2</c:f>
              <c:numCache>
                <c:formatCode>General</c:formatCode>
                <c:ptCount val="1"/>
                <c:pt idx="0">
                  <c:v>2</c:v>
                </c:pt>
              </c:numCache>
            </c:numRef>
          </c:val>
        </c:ser>
        <c:ser>
          <c:idx val="3"/>
          <c:order val="3"/>
          <c:tx>
            <c:strRef>
              <c:f>Tabelle1!$E$1</c:f>
              <c:strCache>
                <c:ptCount val="1"/>
                <c:pt idx="0">
                  <c:v>#8C9FB1</c:v>
                </c:pt>
              </c:strCache>
            </c:strRef>
          </c:tx>
          <c:spPr bwMode="auto">
            <a:prstGeom prst="rect">
              <a:avLst/>
            </a:prstGeom>
            <a:solidFill>
              <a:schemeClr val="accent4"/>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anchor="ctr" anchorCtr="1"/>
              <a:lstStyle/>
              <a:p>
                <a:pPr>
                  <a:defRPr lang="en-US"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Tabelle1!$E$2</c:f>
              <c:numCache>
                <c:formatCode>General</c:formatCode>
                <c:ptCount val="1"/>
                <c:pt idx="0">
                  <c:v>3.5</c:v>
                </c:pt>
              </c:numCache>
            </c:numRef>
          </c:val>
        </c:ser>
        <c:ser>
          <c:idx val="4"/>
          <c:order val="4"/>
          <c:tx>
            <c:strRef>
              <c:f>Tabelle1!$F$1</c:f>
              <c:strCache>
                <c:ptCount val="1"/>
                <c:pt idx="0">
                  <c:v>#C2D0DC</c:v>
                </c:pt>
              </c:strCache>
            </c:strRef>
          </c:tx>
          <c:spPr bwMode="auto">
            <a:prstGeom prst="rect">
              <a:avLst/>
            </a:prstGeom>
            <a:solidFill>
              <a:schemeClr val="accent5"/>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anchor="ctr" anchorCtr="1"/>
              <a:lstStyle/>
              <a:p>
                <a:pPr>
                  <a:defRPr lang="en-US"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Tabelle1!$F$2</c:f>
              <c:numCache>
                <c:formatCode>General</c:formatCode>
                <c:ptCount val="1"/>
                <c:pt idx="0">
                  <c:v>2.5</c:v>
                </c:pt>
              </c:numCache>
            </c:numRef>
          </c:val>
        </c:ser>
        <c:ser>
          <c:idx val="5"/>
          <c:order val="5"/>
          <c:tx>
            <c:strRef>
              <c:f>Tabelle1!$G$1</c:f>
              <c:strCache>
                <c:ptCount val="1"/>
                <c:pt idx="0">
                  <c:v>#C7C7C7</c:v>
                </c:pt>
              </c:strCache>
            </c:strRef>
          </c:tx>
          <c:spPr bwMode="auto">
            <a:prstGeom prst="rect">
              <a:avLst/>
            </a:prstGeom>
            <a:solidFill>
              <a:schemeClr val="accent6"/>
            </a:solidFill>
            <a:ln>
              <a:noFill/>
            </a:ln>
            <a:effectLst/>
          </c:spPr>
          <c:invertIfNegative val="0"/>
          <c:dLbls>
            <c:dLblPos val="outEnd"/>
            <c:showBubbleSize val="0"/>
            <c:showCatName val="0"/>
            <c:showLeaderLines val="0"/>
            <c:showLegendKey val="0"/>
            <c:showPercent val="0"/>
            <c:showSerName val="0"/>
            <c:showVal val="1"/>
            <c:spPr bwMode="auto">
              <a:prstGeom prst="rect">
                <a:avLst/>
              </a:prstGeom>
              <a:noFill/>
              <a:ln>
                <a:noFill/>
              </a:ln>
              <a:effectLst/>
            </c:spPr>
            <c:txPr>
              <a:bodyPr rot="0" spcFirstLastPara="1" vertOverflow="ellipsis" vert="horz" wrap="square" anchor="ctr" anchorCtr="1"/>
              <a:lstStyle/>
              <a:p>
                <a:pPr>
                  <a:defRPr lang="en-US" sz="1400" b="0" i="0" u="none" strike="noStrike">
                    <a:solidFill>
                      <a:schemeClr val="tx1"/>
                    </a:solidFill>
                    <a:latin typeface="+mn-lt"/>
                    <a:ea typeface="+mn-ea"/>
                    <a:cs typeface="+mn-cs"/>
                  </a:defRPr>
                </a:pPr>
                <a:endParaRPr lang="de-DE"/>
              </a:p>
            </c:txPr>
          </c:dLbls>
          <c:cat>
            <c:strRef>
              <c:f>Tabelle1!$A$2</c:f>
              <c:strCache>
                <c:ptCount val="1"/>
                <c:pt idx="0">
                  <c:v>Automatische Farbreihenfolge aus der Farbpalette</c:v>
                </c:pt>
              </c:strCache>
            </c:strRef>
          </c:cat>
          <c:val>
            <c:numRef>
              <c:f>Tabelle1!$G$2</c:f>
              <c:numCache>
                <c:formatCode>General</c:formatCode>
                <c:ptCount val="1"/>
                <c:pt idx="0">
                  <c:v>3.5</c:v>
                </c:pt>
              </c:numCache>
            </c:numRef>
          </c:val>
        </c:ser>
        <c:dLbls>
          <c:dLblPos val="outEnd"/>
          <c:showBubbleSize val="0"/>
          <c:showCatName val="0"/>
          <c:showLeaderLines val="0"/>
          <c:showLegendKey val="0"/>
          <c:showPercent val="0"/>
          <c:showSerName val="0"/>
          <c:showVal val="1"/>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bwMode="auto">
          <a:prstGeom prst="rect">
            <a:avLst/>
          </a:prstGeom>
          <a:noFill/>
          <a:ln w="6350" cap="flat" cmpd="sng" algn="ctr">
            <a:solidFill>
              <a:schemeClr val="accent1"/>
            </a:solidFill>
            <a:round/>
          </a:ln>
          <a:effectLst/>
        </c:spPr>
        <c:txPr>
          <a:bodyPr rot="-60000000" spcFirstLastPara="1" vertOverflow="ellipsis" vert="horz" wrap="square" anchor="ctr" anchorCtr="1"/>
          <a:lstStyle/>
          <a:p>
            <a:pPr>
              <a:defRPr lang="en-US" sz="1400" b="0" i="0" u="none" strike="noStrike">
                <a:solidFill>
                  <a:schemeClr val="tx1"/>
                </a:solidFill>
                <a:latin typeface="Arial"/>
                <a:ea typeface="Arial"/>
                <a:cs typeface="Arial"/>
              </a:defRPr>
            </a:pPr>
            <a:endParaRPr lang="de-DE"/>
          </a:p>
        </c:txPr>
        <c:crossAx val="1434658752"/>
        <c:crosses val="autoZero"/>
        <c:auto val="1"/>
        <c:lblAlgn val="ctr"/>
        <c:lblOffset val="100"/>
        <c:noMultiLvlLbl val="0"/>
      </c:catAx>
      <c:valAx>
        <c:axId val="1434658752"/>
        <c:scaling>
          <c:orientation val="minMax"/>
        </c:scaling>
        <c:delete val="0"/>
        <c:axPos val="l"/>
        <c:majorGridlines>
          <c:spPr bwMode="auto">
            <a:prstGeom prst="rect">
              <a:avLst/>
            </a:prstGeom>
            <a:ln w="6350" cap="flat" cmpd="sng" algn="ctr">
              <a:solidFill>
                <a:schemeClr val="accent6"/>
              </a:solidFill>
              <a:round/>
            </a:ln>
            <a:effectLst/>
          </c:spPr>
        </c:majorGridlines>
        <c:numFmt formatCode="General" sourceLinked="1"/>
        <c:majorTickMark val="none"/>
        <c:minorTickMark val="none"/>
        <c:tickLblPos val="nextTo"/>
        <c:spPr bwMode="auto">
          <a:prstGeom prst="rect">
            <a:avLst/>
          </a:prstGeom>
          <a:noFill/>
          <a:ln>
            <a:noFill/>
          </a:ln>
          <a:effectLst/>
        </c:spPr>
        <c:txPr>
          <a:bodyPr rot="-60000000" spcFirstLastPara="1" vertOverflow="ellipsis" vert="horz" wrap="square" anchor="ctr" anchorCtr="1"/>
          <a:lstStyle/>
          <a:p>
            <a:pPr>
              <a:defRPr lang="en-US" sz="1400" b="0" i="0" u="none" strike="noStrike">
                <a:solidFill>
                  <a:schemeClr val="tx1"/>
                </a:solidFill>
                <a:latin typeface="Arial"/>
                <a:ea typeface="Arial"/>
                <a:cs typeface="Arial"/>
              </a:defRPr>
            </a:pPr>
            <a:endParaRPr lang="de-DE"/>
          </a:p>
        </c:txPr>
        <c:crossAx val="1434660416"/>
        <c:crosses val="autoZero"/>
        <c:crossBetween val="between"/>
        <c:majorUnit val="1.000000"/>
      </c:valAx>
      <c:spPr bwMode="auto">
        <a:prstGeom prst="rect">
          <a:avLst/>
        </a:prstGeom>
        <a:noFill/>
        <a:ln>
          <a:noFill/>
        </a:ln>
        <a:effectLst/>
      </c:spPr>
    </c:plotArea>
    <c:legend>
      <c:legendPos val="b"/>
      <c:layout>
        <c:manualLayout>
          <c:xMode val="edge"/>
          <c:yMode val="edge"/>
          <c:x val="0.070883"/>
          <c:y val="0.933712"/>
          <c:w val="0.856066"/>
          <c:h val="0.066288"/>
        </c:manualLayout>
      </c:layout>
      <c:overlay val="0"/>
      <c:spPr bwMode="auto">
        <a:prstGeom prst="rect">
          <a:avLst/>
        </a:prstGeom>
        <a:noFill/>
        <a:ln>
          <a:noFill/>
        </a:ln>
        <a:effectLst/>
      </c:spPr>
      <c:txPr>
        <a:bodyPr rot="0" spcFirstLastPara="1" vertOverflow="ellipsis" vert="horz" wrap="square" anchor="ctr" anchorCtr="1"/>
        <a:lstStyle/>
        <a:p>
          <a:pPr>
            <a:defRPr lang="en-US" sz="1400" b="0" i="0" u="none" strike="noStrike">
              <a:solidFill>
                <a:schemeClr val="tx1"/>
              </a:solidFill>
              <a:latin typeface="+mn-lt"/>
              <a:ea typeface="+mn-ea"/>
              <a:cs typeface="+mn-cs"/>
            </a:defRPr>
          </a:pPr>
          <a:endParaRPr lang="de-DE"/>
        </a:p>
      </c:txPr>
    </c:legend>
    <c:plotVisOnly val="1"/>
    <c:dispBlanksAs val="gap"/>
    <c:showDLblsOverMax val="0"/>
  </c:chart>
  <c:spPr bwMode="auto">
    <a:xfrm rot="0">
      <a:off x="517525" y="1631950"/>
      <a:ext cx="7364413" cy="4568825"/>
    </a:xfrm>
    <a:prstGeom prst="rect">
      <a:avLst/>
    </a:prstGeom>
    <a:noFill/>
    <a:ln>
      <a:noFill/>
    </a:ln>
    <a:effectLst/>
  </c:spPr>
  <c:txPr>
    <a:bodyPr/>
    <a:lstStyle/>
    <a:p>
      <a:pPr algn="ctr">
        <a:defRPr lang="en-US" sz="1400" b="0" i="0" u="none" strike="noStrike">
          <a:solidFill>
            <a:schemeClr val="tx1"/>
          </a:solidFill>
          <a:latin typeface="+mn-lt"/>
          <a:ea typeface="+mn-ea"/>
          <a:cs typeface="+mn-cs"/>
        </a:defRPr>
      </a:pPr>
      <a:endParaRPr lang="de-DE"/>
    </a:p>
  </c:txPr>
  <c:externalData r:id="rId1">
    <c:autoUpdate val="1"/>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bwMode="auto">
            <a:prstGeom prst="rect">
              <a:avLst/>
            </a:prstGeom>
            <a:ln w="12700">
              <a:noFill/>
            </a:ln>
          </c:spPr>
          <c:dPt>
            <c:idx val="0"/>
            <c:bubble3D val="0"/>
            <c:spPr bwMode="auto">
              <a:prstGeom prst="rect">
                <a:avLst/>
              </a:prstGeom>
              <a:solidFill>
                <a:schemeClr val="accent1"/>
              </a:solidFill>
              <a:ln w="12700">
                <a:noFill/>
              </a:ln>
              <a:effectLst/>
            </c:spPr>
          </c:dPt>
          <c:dPt>
            <c:idx val="1"/>
            <c:bubble3D val="0"/>
            <c:spPr bwMode="auto">
              <a:prstGeom prst="rect">
                <a:avLst/>
              </a:prstGeom>
              <a:solidFill>
                <a:schemeClr val="accent2"/>
              </a:solidFill>
              <a:ln w="12700">
                <a:noFill/>
              </a:ln>
              <a:effectLst/>
            </c:spPr>
          </c:dPt>
          <c:dPt>
            <c:idx val="2"/>
            <c:bubble3D val="0"/>
            <c:spPr bwMode="auto">
              <a:prstGeom prst="rect">
                <a:avLst/>
              </a:prstGeom>
              <a:solidFill>
                <a:schemeClr val="accent3"/>
              </a:solidFill>
              <a:ln w="12700">
                <a:noFill/>
              </a:ln>
              <a:effectLst/>
            </c:spPr>
          </c:dPt>
          <c:dPt>
            <c:idx val="3"/>
            <c:bubble3D val="0"/>
            <c:spPr bwMode="auto">
              <a:prstGeom prst="rect">
                <a:avLst/>
              </a:prstGeom>
              <a:solidFill>
                <a:schemeClr val="accent4"/>
              </a:solidFill>
              <a:ln w="12700">
                <a:noFill/>
              </a:ln>
              <a:effectLst/>
            </c:spPr>
          </c:dPt>
          <c:dPt>
            <c:idx val="4"/>
            <c:bubble3D val="0"/>
            <c:spPr bwMode="auto">
              <a:prstGeom prst="rect">
                <a:avLst/>
              </a:prstGeom>
              <a:solidFill>
                <a:schemeClr val="accent5"/>
              </a:solidFill>
              <a:ln w="12700">
                <a:noFill/>
              </a:ln>
              <a:effectLst/>
            </c:spPr>
          </c:dPt>
          <c:dPt>
            <c:idx val="5"/>
            <c:bubble3D val="0"/>
            <c:spPr bwMode="auto">
              <a:prstGeom prst="rect">
                <a:avLst/>
              </a:prstGeom>
              <a:solidFill>
                <a:schemeClr val="accent6"/>
              </a:solidFill>
              <a:ln w="12700">
                <a:noFill/>
              </a:ln>
              <a:effectLst/>
            </c:spPr>
          </c:dPt>
          <c:dLbls>
            <c:dLblPos val="outEnd"/>
            <c:leaderLines>
              <c:spPr bwMode="auto">
                <a:prstGeom prst="rect">
                  <a:avLst/>
                </a:prstGeom>
                <a:ln w="9525" cap="flat" cmpd="sng" algn="ctr">
                  <a:solidFill>
                    <a:schemeClr val="tx1">
                      <a:lumMod val="35000"/>
                      <a:lumOff val="65000"/>
                    </a:schemeClr>
                  </a:solidFill>
                  <a:round/>
                </a:ln>
                <a:effectLst/>
              </c:spPr>
            </c:leaderLines>
            <c:showBubbleSize val="0"/>
            <c:showCatName val="0"/>
            <c:showLeaderLines val="1"/>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dLblPos val="inEnd"/>
          <c:showBubbleSize val="0"/>
          <c:showCatName val="0"/>
          <c:showLeaderLines val="1"/>
          <c:showLegendKey val="0"/>
          <c:showPercent val="0"/>
          <c:showSerName val="0"/>
          <c:showVal val="1"/>
        </c:dLbls>
        <c:firstSliceAng val="0"/>
      </c:pieChart>
      <c:spPr bwMode="auto">
        <a:prstGeom prst="rect">
          <a:avLst/>
        </a:prstGeom>
        <a:noFill/>
        <a:ln>
          <a:noFill/>
        </a:ln>
        <a:effectLst/>
      </c:spPr>
    </c:plotArea>
    <c:legend>
      <c:legendPos val="b"/>
      <c:layout>
        <c:manualLayout>
          <c:xMode val="edge"/>
          <c:yMode val="edge"/>
          <c:x val="0.000513"/>
          <c:y val="0.897043"/>
          <c:w val="0.998326"/>
          <c:h val="0.102957"/>
        </c:manualLayout>
      </c:layout>
      <c:overlay val="0"/>
      <c:spPr bwMode="auto">
        <a:prstGeom prst="rect">
          <a:avLst/>
        </a:prstGeom>
        <a:noFill/>
        <a:ln>
          <a:noFill/>
        </a:ln>
        <a:effectLst/>
      </c:spPr>
      <c:txPr>
        <a:bodyPr rot="0" spcFirstLastPara="1" vertOverflow="ellipsis" vert="horz" wrap="square" anchor="ctr" anchorCtr="1"/>
        <a:lstStyle/>
        <a:p>
          <a:pPr>
            <a:defRPr sz="1400" b="0" i="0" u="none" strike="noStrike">
              <a:solidFill>
                <a:schemeClr val="tx1"/>
              </a:solidFill>
              <a:latin typeface="+mn-lt"/>
              <a:ea typeface="+mn-ea"/>
              <a:cs typeface="+mn-cs"/>
            </a:defRPr>
          </a:pPr>
          <a:endParaRPr lang="de-DE"/>
        </a:p>
      </c:txPr>
    </c:legend>
    <c:plotVisOnly val="1"/>
    <c:dispBlanksAs val="gap"/>
    <c:showDLblsOverMax val="0"/>
  </c:chart>
  <c:spPr bwMode="auto">
    <a:xfrm rot="0">
      <a:off x="736731" y="1478328"/>
      <a:ext cx="5470525" cy="4570412"/>
    </a:xfrm>
    <a:prstGeom prst="rect">
      <a:avLst/>
    </a:prstGeom>
    <a:noFill/>
    <a:ln>
      <a:noFill/>
    </a:ln>
    <a:effectLst/>
  </c:spPr>
  <c:txPr>
    <a:bodyPr/>
    <a:lstStyle/>
    <a:p>
      <a:pPr>
        <a:defRPr/>
      </a:pPr>
      <a:endParaRPr lang="de-DE"/>
    </a:p>
  </c:txPr>
  <c:externalData r:id="rId1">
    <c:autoUpdate val="1"/>
  </c:externalData>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autoTitleDeleted val="1"/>
    <c:plotArea>
      <c:layout>
        <c:manualLayout>
          <c:layoutTarget val="inner"/>
          <c:xMode val="edge"/>
          <c:yMode val="edge"/>
          <c:x val="0.208233"/>
          <c:y val="0.084822"/>
          <c:w val="0.583533"/>
          <c:h val="0.698456"/>
        </c:manualLayout>
      </c:layout>
      <c:doughnutChart>
        <c:varyColors val="1"/>
        <c:ser>
          <c:idx val="0"/>
          <c:order val="0"/>
          <c:tx>
            <c:strRef>
              <c:f>Tabelle1!$B$1</c:f>
              <c:strCache>
                <c:ptCount val="1"/>
                <c:pt idx="0">
                  <c:v>Verkauf</c:v>
                </c:pt>
              </c:strCache>
            </c:strRef>
          </c:tx>
          <c:spPr bwMode="auto">
            <a:prstGeom prst="rect">
              <a:avLst/>
            </a:prstGeom>
            <a:ln w="12700">
              <a:noFill/>
            </a:ln>
          </c:spPr>
          <c:dPt>
            <c:idx val="0"/>
            <c:bubble3D val="0"/>
            <c:spPr bwMode="auto">
              <a:prstGeom prst="rect">
                <a:avLst/>
              </a:prstGeom>
              <a:solidFill>
                <a:schemeClr val="accent1"/>
              </a:solidFill>
              <a:ln w="12700">
                <a:noFill/>
              </a:ln>
              <a:effectLst/>
            </c:spPr>
          </c:dPt>
          <c:dPt>
            <c:idx val="1"/>
            <c:bubble3D val="0"/>
            <c:spPr bwMode="auto">
              <a:prstGeom prst="rect">
                <a:avLst/>
              </a:prstGeom>
              <a:solidFill>
                <a:schemeClr val="accent2"/>
              </a:solidFill>
              <a:ln w="12700">
                <a:noFill/>
              </a:ln>
              <a:effectLst/>
            </c:spPr>
          </c:dPt>
          <c:dPt>
            <c:idx val="2"/>
            <c:bubble3D val="0"/>
            <c:spPr bwMode="auto">
              <a:prstGeom prst="rect">
                <a:avLst/>
              </a:prstGeom>
              <a:solidFill>
                <a:schemeClr val="accent3"/>
              </a:solidFill>
              <a:ln w="12700">
                <a:noFill/>
              </a:ln>
              <a:effectLst/>
            </c:spPr>
          </c:dPt>
          <c:dPt>
            <c:idx val="3"/>
            <c:bubble3D val="0"/>
            <c:spPr bwMode="auto">
              <a:prstGeom prst="rect">
                <a:avLst/>
              </a:prstGeom>
              <a:solidFill>
                <a:schemeClr val="accent4"/>
              </a:solidFill>
              <a:ln w="12700">
                <a:noFill/>
              </a:ln>
              <a:effectLst/>
            </c:spPr>
          </c:dPt>
          <c:dPt>
            <c:idx val="4"/>
            <c:bubble3D val="0"/>
            <c:spPr bwMode="auto">
              <a:prstGeom prst="rect">
                <a:avLst/>
              </a:prstGeom>
              <a:solidFill>
                <a:schemeClr val="accent5"/>
              </a:solidFill>
              <a:ln w="12700">
                <a:noFill/>
              </a:ln>
              <a:effectLst/>
            </c:spPr>
          </c:dPt>
          <c:dPt>
            <c:idx val="5"/>
            <c:bubble3D val="0"/>
            <c:spPr bwMode="auto">
              <a:prstGeom prst="rect">
                <a:avLst/>
              </a:prstGeom>
              <a:solidFill>
                <a:schemeClr val="accent6"/>
              </a:solidFill>
              <a:ln w="12700">
                <a:noFill/>
              </a:ln>
              <a:effectLst/>
            </c:spPr>
          </c:dPt>
          <c:dLbls>
            <c:dLbl>
              <c:idx val="0"/>
              <c:layout>
                <c:manualLayout>
                  <c:x val="0.051074"/>
                  <c:y val="-0.061132"/>
                </c:manualLayout>
              </c:layout>
              <c:showBubbleSize val="0"/>
              <c:showCatName val="0"/>
              <c:showLegendKey val="0"/>
              <c:showPercent val="0"/>
              <c:showSerName val="0"/>
              <c:showVal val="1"/>
            </c:dLbl>
            <c:dLbl>
              <c:idx val="1"/>
              <c:layout>
                <c:manualLayout>
                  <c:x val="0.067324"/>
                  <c:y val="-0.013894"/>
                </c:manualLayout>
              </c:layout>
              <c:showBubbleSize val="0"/>
              <c:showCatName val="0"/>
              <c:showLegendKey val="0"/>
              <c:showPercent val="0"/>
              <c:showSerName val="0"/>
              <c:showVal val="1"/>
            </c:dLbl>
            <c:dLbl>
              <c:idx val="2"/>
              <c:layout>
                <c:manualLayout>
                  <c:x val="0.046431"/>
                  <c:y val="0.055575"/>
                </c:manualLayout>
              </c:layout>
              <c:showBubbleSize val="0"/>
              <c:showCatName val="0"/>
              <c:showLegendKey val="0"/>
              <c:showPercent val="0"/>
              <c:showSerName val="0"/>
              <c:showVal val="1"/>
            </c:dLbl>
            <c:dLbl>
              <c:idx val="3"/>
              <c:layout>
                <c:manualLayout>
                  <c:x val="-0.034823"/>
                  <c:y val="0.066690"/>
                </c:manualLayout>
              </c:layout>
              <c:showBubbleSize val="0"/>
              <c:showCatName val="0"/>
              <c:showLegendKey val="0"/>
              <c:showPercent val="0"/>
              <c:showSerName val="0"/>
              <c:showVal val="1"/>
            </c:dLbl>
            <c:dLbl>
              <c:idx val="4"/>
              <c:layout>
                <c:manualLayout>
                  <c:x val="-0.065003"/>
                  <c:y val="-0.013894"/>
                </c:manualLayout>
              </c:layout>
              <c:showBubbleSize val="0"/>
              <c:showCatName val="0"/>
              <c:showLegendKey val="0"/>
              <c:showPercent val="0"/>
              <c:showSerName val="0"/>
              <c:showVal val="1"/>
            </c:dLbl>
            <c:dLbl>
              <c:idx val="5"/>
              <c:layout>
                <c:manualLayout>
                  <c:x val="-0.048752"/>
                  <c:y val="-0.061132"/>
                </c:manualLayout>
              </c:layout>
              <c:showBubbleSize val="0"/>
              <c:showCatName val="0"/>
              <c:showLegendKey val="0"/>
              <c:showPercent val="0"/>
              <c:showSerName val="0"/>
              <c:showVal val="1"/>
            </c:dLbl>
            <c:leaderLines>
              <c:spPr bwMode="auto">
                <a:prstGeom prst="rect">
                  <a:avLst/>
                </a:prstGeom>
                <a:ln w="9525" cap="flat" cmpd="sng" algn="ctr">
                  <a:solidFill>
                    <a:schemeClr val="tx1">
                      <a:lumMod val="35000"/>
                      <a:lumOff val="65000"/>
                    </a:schemeClr>
                  </a:solidFill>
                  <a:round/>
                </a:ln>
                <a:effectLst/>
              </c:spPr>
            </c:leaderLines>
            <c:showBubbleSize val="0"/>
            <c:showCatName val="0"/>
            <c:showLeaderLines val="1"/>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showBubbleSize val="0"/>
          <c:showCatName val="0"/>
          <c:showLeaderLines val="1"/>
          <c:showLegendKey val="0"/>
          <c:showPercent val="0"/>
          <c:showSerName val="0"/>
          <c:showVal val="0"/>
        </c:dLbls>
        <c:firstSliceAng val="0"/>
        <c:holeSize val="80"/>
      </c:doughnutChart>
      <c:spPr bwMode="auto">
        <a:prstGeom prst="rect">
          <a:avLst/>
        </a:prstGeom>
        <a:noFill/>
        <a:ln>
          <a:noFill/>
        </a:ln>
        <a:effectLst/>
      </c:spPr>
    </c:plotArea>
    <c:legend>
      <c:legendPos val="b"/>
      <c:layout>
        <c:manualLayout>
          <c:xMode val="edge"/>
          <c:yMode val="edge"/>
          <c:x val="0.000513"/>
          <c:y val="0.897043"/>
          <c:w val="0.999487"/>
          <c:h val="0.102957"/>
        </c:manualLayout>
      </c:layout>
      <c:overlay val="0"/>
      <c:spPr bwMode="auto">
        <a:prstGeom prst="rect">
          <a:avLst/>
        </a:prstGeom>
        <a:noFill/>
        <a:ln>
          <a:noFill/>
        </a:ln>
        <a:effectLst/>
      </c:spPr>
      <c:txPr>
        <a:bodyPr rot="0" spcFirstLastPara="1" vertOverflow="ellipsis" vert="horz" wrap="square" anchor="ctr" anchorCtr="1"/>
        <a:lstStyle/>
        <a:p>
          <a:pPr>
            <a:defRPr sz="1400" b="0" i="0" u="none" strike="noStrike">
              <a:solidFill>
                <a:schemeClr val="tx1"/>
              </a:solidFill>
              <a:latin typeface="+mn-lt"/>
              <a:ea typeface="+mn-ea"/>
              <a:cs typeface="+mn-cs"/>
            </a:defRPr>
          </a:pPr>
          <a:endParaRPr lang="de-DE"/>
        </a:p>
      </c:txPr>
    </c:legend>
    <c:plotVisOnly val="1"/>
    <c:dispBlanksAs val="gap"/>
    <c:showDLblsOverMax val="0"/>
  </c:chart>
  <c:spPr bwMode="auto">
    <a:xfrm rot="0">
      <a:off x="6205538" y="1630363"/>
      <a:ext cx="5470525" cy="4570412"/>
    </a:xfrm>
    <a:prstGeom prst="rect">
      <a:avLst/>
    </a:prstGeom>
    <a:noFill/>
    <a:ln>
      <a:noFill/>
    </a:ln>
    <a:effectLst/>
  </c:spPr>
  <c:txPr>
    <a:bodyPr/>
    <a:lstStyle/>
    <a:p>
      <a:pPr>
        <a:defRPr/>
      </a:pPr>
      <a:endParaRPr lang="de-DE"/>
    </a:p>
  </c:txPr>
  <c:externalData r:id="rId1">
    <c:autoUpdate val="1"/>
  </c:externalData>
</c:chartSpace>
</file>

<file path=ppt/charts/chart5.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bwMode="auto">
            <a:prstGeom prst="rect">
              <a:avLst/>
            </a:prstGeom>
            <a:ln w="12700">
              <a:noFill/>
            </a:ln>
          </c:spPr>
          <c:dPt>
            <c:idx val="0"/>
            <c:bubble3D val="0"/>
            <c:spPr bwMode="auto">
              <a:prstGeom prst="rect">
                <a:avLst/>
              </a:prstGeom>
              <a:solidFill>
                <a:schemeClr val="accent1"/>
              </a:solidFill>
              <a:ln w="12700">
                <a:noFill/>
              </a:ln>
              <a:effectLst/>
            </c:spPr>
          </c:dPt>
          <c:dPt>
            <c:idx val="1"/>
            <c:bubble3D val="0"/>
            <c:spPr bwMode="auto">
              <a:prstGeom prst="rect">
                <a:avLst/>
              </a:prstGeom>
              <a:solidFill>
                <a:schemeClr val="accent2"/>
              </a:solidFill>
              <a:ln w="12700">
                <a:noFill/>
              </a:ln>
              <a:effectLst/>
            </c:spPr>
          </c:dPt>
          <c:dPt>
            <c:idx val="2"/>
            <c:bubble3D val="0"/>
            <c:spPr bwMode="auto">
              <a:prstGeom prst="rect">
                <a:avLst/>
              </a:prstGeom>
              <a:solidFill>
                <a:schemeClr val="accent3"/>
              </a:solidFill>
              <a:ln w="12700">
                <a:noFill/>
              </a:ln>
              <a:effectLst/>
            </c:spPr>
          </c:dPt>
          <c:dPt>
            <c:idx val="3"/>
            <c:bubble3D val="0"/>
            <c:spPr bwMode="auto">
              <a:prstGeom prst="rect">
                <a:avLst/>
              </a:prstGeom>
              <a:solidFill>
                <a:schemeClr val="accent4"/>
              </a:solidFill>
              <a:ln w="12700">
                <a:noFill/>
              </a:ln>
              <a:effectLst/>
            </c:spPr>
          </c:dPt>
          <c:dPt>
            <c:idx val="4"/>
            <c:bubble3D val="0"/>
            <c:spPr bwMode="auto">
              <a:prstGeom prst="rect">
                <a:avLst/>
              </a:prstGeom>
              <a:solidFill>
                <a:schemeClr val="accent5"/>
              </a:solidFill>
              <a:ln w="12700">
                <a:noFill/>
              </a:ln>
              <a:effectLst/>
            </c:spPr>
          </c:dPt>
          <c:dPt>
            <c:idx val="5"/>
            <c:bubble3D val="0"/>
            <c:spPr bwMode="auto">
              <a:prstGeom prst="rect">
                <a:avLst/>
              </a:prstGeom>
              <a:solidFill>
                <a:schemeClr val="accent6"/>
              </a:solidFill>
              <a:ln w="12700">
                <a:noFill/>
              </a:ln>
              <a:effectLst/>
            </c:spPr>
          </c:dPt>
          <c:dLbls>
            <c:dLblPos val="outEnd"/>
            <c:leaderLines>
              <c:spPr bwMode="auto">
                <a:prstGeom prst="rect">
                  <a:avLst/>
                </a:prstGeom>
                <a:ln w="9525" cap="flat" cmpd="sng" algn="ctr">
                  <a:solidFill>
                    <a:schemeClr val="tx1">
                      <a:lumMod val="35000"/>
                      <a:lumOff val="65000"/>
                    </a:schemeClr>
                  </a:solidFill>
                  <a:round/>
                </a:ln>
                <a:effectLst/>
              </c:spPr>
            </c:leaderLines>
            <c:showBubbleSize val="0"/>
            <c:showCatName val="0"/>
            <c:showLeaderLines val="1"/>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dLblPos val="inEnd"/>
          <c:showBubbleSize val="0"/>
          <c:showCatName val="0"/>
          <c:showLeaderLines val="1"/>
          <c:showLegendKey val="0"/>
          <c:showPercent val="0"/>
          <c:showSerName val="0"/>
          <c:showVal val="1"/>
        </c:dLbls>
        <c:firstSliceAng val="0"/>
      </c:pieChart>
      <c:spPr bwMode="auto">
        <a:prstGeom prst="rect">
          <a:avLst/>
        </a:prstGeom>
        <a:noFill/>
        <a:ln>
          <a:noFill/>
        </a:ln>
        <a:effectLst/>
      </c:spPr>
    </c:plotArea>
    <c:legend>
      <c:legendPos val="b"/>
      <c:layout>
        <c:manualLayout>
          <c:xMode val="edge"/>
          <c:yMode val="edge"/>
          <c:x val="0.000513"/>
          <c:y val="0.897043"/>
          <c:w val="0.998326"/>
          <c:h val="0.102957"/>
        </c:manualLayout>
      </c:layout>
      <c:overlay val="0"/>
      <c:spPr bwMode="auto">
        <a:prstGeom prst="rect">
          <a:avLst/>
        </a:prstGeom>
        <a:noFill/>
        <a:ln>
          <a:noFill/>
        </a:ln>
        <a:effectLst/>
      </c:spPr>
      <c:txPr>
        <a:bodyPr rot="0" spcFirstLastPara="1" vertOverflow="ellipsis" vert="horz" wrap="square" anchor="ctr" anchorCtr="1"/>
        <a:lstStyle/>
        <a:p>
          <a:pPr>
            <a:defRPr sz="1400" b="0" i="0" u="none" strike="noStrike">
              <a:solidFill>
                <a:schemeClr val="tx1"/>
              </a:solidFill>
              <a:latin typeface="+mn-lt"/>
              <a:ea typeface="+mn-ea"/>
              <a:cs typeface="+mn-cs"/>
            </a:defRPr>
          </a:pPr>
          <a:endParaRPr lang="de-DE"/>
        </a:p>
      </c:txPr>
    </c:legend>
    <c:plotVisOnly val="1"/>
    <c:dispBlanksAs val="gap"/>
    <c:showDLblsOverMax val="0"/>
  </c:chart>
  <c:spPr bwMode="auto">
    <a:xfrm rot="0">
      <a:off x="517525" y="1631950"/>
      <a:ext cx="7364413" cy="4568825"/>
    </a:xfrm>
    <a:prstGeom prst="rect">
      <a:avLst/>
    </a:prstGeom>
    <a:noFill/>
    <a:ln>
      <a:noFill/>
    </a:ln>
    <a:effectLst/>
  </c:spPr>
  <c:txPr>
    <a:bodyPr/>
    <a:lstStyle/>
    <a:p>
      <a:pPr>
        <a:defRPr/>
      </a:pPr>
      <a:endParaRPr lang="de-DE"/>
    </a:p>
  </c:txPr>
  <c:externalData r:id="rId1">
    <c:autoUpdate val="1"/>
  </c:externalData>
</c:chartSpace>
</file>

<file path=ppt/charts/chart6.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autoTitleDeleted val="1"/>
    <c:plotArea>
      <c:layout>
        <c:manualLayout>
          <c:layoutTarget val="inner"/>
          <c:xMode val="edge"/>
          <c:yMode val="edge"/>
          <c:x val="0.208233"/>
          <c:y val="0.084822"/>
          <c:w val="0.583533"/>
          <c:h val="0.698456"/>
        </c:manualLayout>
      </c:layout>
      <c:doughnutChart>
        <c:varyColors val="1"/>
        <c:ser>
          <c:idx val="0"/>
          <c:order val="0"/>
          <c:tx>
            <c:strRef>
              <c:f>Tabelle1!$B$1</c:f>
              <c:strCache>
                <c:ptCount val="1"/>
                <c:pt idx="0">
                  <c:v>Verkauf</c:v>
                </c:pt>
              </c:strCache>
            </c:strRef>
          </c:tx>
          <c:spPr bwMode="auto">
            <a:prstGeom prst="rect">
              <a:avLst/>
            </a:prstGeom>
            <a:ln w="12700">
              <a:noFill/>
            </a:ln>
          </c:spPr>
          <c:dPt>
            <c:idx val="0"/>
            <c:bubble3D val="0"/>
            <c:spPr bwMode="auto">
              <a:prstGeom prst="rect">
                <a:avLst/>
              </a:prstGeom>
              <a:solidFill>
                <a:schemeClr val="accent1"/>
              </a:solidFill>
              <a:ln w="12700">
                <a:noFill/>
              </a:ln>
              <a:effectLst/>
            </c:spPr>
          </c:dPt>
          <c:dPt>
            <c:idx val="1"/>
            <c:bubble3D val="0"/>
            <c:spPr bwMode="auto">
              <a:prstGeom prst="rect">
                <a:avLst/>
              </a:prstGeom>
              <a:solidFill>
                <a:schemeClr val="accent2"/>
              </a:solidFill>
              <a:ln w="12700">
                <a:noFill/>
              </a:ln>
              <a:effectLst/>
            </c:spPr>
          </c:dPt>
          <c:dPt>
            <c:idx val="2"/>
            <c:bubble3D val="0"/>
            <c:spPr bwMode="auto">
              <a:prstGeom prst="rect">
                <a:avLst/>
              </a:prstGeom>
              <a:solidFill>
                <a:schemeClr val="accent3"/>
              </a:solidFill>
              <a:ln w="12700">
                <a:noFill/>
              </a:ln>
              <a:effectLst/>
            </c:spPr>
          </c:dPt>
          <c:dPt>
            <c:idx val="3"/>
            <c:bubble3D val="0"/>
            <c:spPr bwMode="auto">
              <a:prstGeom prst="rect">
                <a:avLst/>
              </a:prstGeom>
              <a:solidFill>
                <a:schemeClr val="accent4"/>
              </a:solidFill>
              <a:ln w="12700">
                <a:noFill/>
              </a:ln>
              <a:effectLst/>
            </c:spPr>
          </c:dPt>
          <c:dPt>
            <c:idx val="4"/>
            <c:bubble3D val="0"/>
            <c:spPr bwMode="auto">
              <a:prstGeom prst="rect">
                <a:avLst/>
              </a:prstGeom>
              <a:solidFill>
                <a:schemeClr val="accent5"/>
              </a:solidFill>
              <a:ln w="12700">
                <a:noFill/>
              </a:ln>
              <a:effectLst/>
            </c:spPr>
          </c:dPt>
          <c:dPt>
            <c:idx val="5"/>
            <c:bubble3D val="0"/>
            <c:spPr bwMode="auto">
              <a:prstGeom prst="rect">
                <a:avLst/>
              </a:prstGeom>
              <a:solidFill>
                <a:schemeClr val="accent6"/>
              </a:solidFill>
              <a:ln w="12700">
                <a:noFill/>
              </a:ln>
              <a:effectLst/>
            </c:spPr>
          </c:dPt>
          <c:dLbls>
            <c:dLbl>
              <c:idx val="0"/>
              <c:layout>
                <c:manualLayout>
                  <c:x val="0.051074"/>
                  <c:y val="-0.061132"/>
                </c:manualLayout>
              </c:layout>
              <c:showBubbleSize val="0"/>
              <c:showCatName val="0"/>
              <c:showLegendKey val="0"/>
              <c:showPercent val="0"/>
              <c:showSerName val="0"/>
              <c:showVal val="1"/>
            </c:dLbl>
            <c:dLbl>
              <c:idx val="1"/>
              <c:layout>
                <c:manualLayout>
                  <c:x val="0.067324"/>
                  <c:y val="-0.013894"/>
                </c:manualLayout>
              </c:layout>
              <c:showBubbleSize val="0"/>
              <c:showCatName val="0"/>
              <c:showLegendKey val="0"/>
              <c:showPercent val="0"/>
              <c:showSerName val="0"/>
              <c:showVal val="1"/>
            </c:dLbl>
            <c:dLbl>
              <c:idx val="2"/>
              <c:layout>
                <c:manualLayout>
                  <c:x val="0.046431"/>
                  <c:y val="0.055575"/>
                </c:manualLayout>
              </c:layout>
              <c:showBubbleSize val="0"/>
              <c:showCatName val="0"/>
              <c:showLegendKey val="0"/>
              <c:showPercent val="0"/>
              <c:showSerName val="0"/>
              <c:showVal val="1"/>
            </c:dLbl>
            <c:dLbl>
              <c:idx val="3"/>
              <c:layout>
                <c:manualLayout>
                  <c:x val="-0.034823"/>
                  <c:y val="0.066690"/>
                </c:manualLayout>
              </c:layout>
              <c:showBubbleSize val="0"/>
              <c:showCatName val="0"/>
              <c:showLegendKey val="0"/>
              <c:showPercent val="0"/>
              <c:showSerName val="0"/>
              <c:showVal val="1"/>
            </c:dLbl>
            <c:dLbl>
              <c:idx val="4"/>
              <c:layout>
                <c:manualLayout>
                  <c:x val="-0.065003"/>
                  <c:y val="-0.013894"/>
                </c:manualLayout>
              </c:layout>
              <c:showBubbleSize val="0"/>
              <c:showCatName val="0"/>
              <c:showLegendKey val="0"/>
              <c:showPercent val="0"/>
              <c:showSerName val="0"/>
              <c:showVal val="1"/>
            </c:dLbl>
            <c:dLbl>
              <c:idx val="5"/>
              <c:layout>
                <c:manualLayout>
                  <c:x val="-0.048752"/>
                  <c:y val="-0.061132"/>
                </c:manualLayout>
              </c:layout>
              <c:showBubbleSize val="0"/>
              <c:showCatName val="0"/>
              <c:showLegendKey val="0"/>
              <c:showPercent val="0"/>
              <c:showSerName val="0"/>
              <c:showVal val="1"/>
            </c:dLbl>
            <c:leaderLines>
              <c:spPr bwMode="auto">
                <a:prstGeom prst="rect">
                  <a:avLst/>
                </a:prstGeom>
                <a:ln w="9525" cap="flat" cmpd="sng" algn="ctr">
                  <a:solidFill>
                    <a:schemeClr val="tx1">
                      <a:lumMod val="35000"/>
                      <a:lumOff val="65000"/>
                    </a:schemeClr>
                  </a:solidFill>
                  <a:round/>
                </a:ln>
                <a:effectLst/>
              </c:spPr>
            </c:leaderLines>
            <c:showBubbleSize val="0"/>
            <c:showCatName val="0"/>
            <c:showLeaderLines val="1"/>
            <c:showLegendKey val="0"/>
            <c:showPercent val="0"/>
            <c:showSerName val="0"/>
            <c:showVal val="1"/>
            <c:spPr bwMode="auto">
              <a:prstGeom prst="rect">
                <a:avLst/>
              </a:prstGeom>
              <a:noFill/>
              <a:ln>
                <a:noFill/>
              </a:ln>
              <a:effectLst/>
            </c:spPr>
            <c:txPr>
              <a:bodyPr rot="0" spcFirstLastPara="1" vertOverflow="ellipsis" vert="horz" wrap="square" lIns="38100" tIns="19050" rIns="38100" bIns="19050" anchor="ctr" anchorCtr="1">
                <a:spAutoFit/>
              </a:bodyPr>
              <a:lstStyle/>
              <a:p>
                <a:pPr>
                  <a:defRPr sz="1400" b="0" i="0" u="none" strike="noStrike">
                    <a:solidFill>
                      <a:schemeClr val="tx1"/>
                    </a:solidFill>
                    <a:latin typeface="+mn-lt"/>
                    <a:ea typeface="+mn-ea"/>
                    <a:cs typeface="+mn-cs"/>
                  </a:defRPr>
                </a:pPr>
                <a:endParaRPr lang="de-DE"/>
              </a:p>
            </c:txPr>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ser>
        <c:dLbls>
          <c:showBubbleSize val="0"/>
          <c:showCatName val="0"/>
          <c:showLeaderLines val="1"/>
          <c:showLegendKey val="0"/>
          <c:showPercent val="0"/>
          <c:showSerName val="0"/>
          <c:showVal val="0"/>
        </c:dLbls>
        <c:firstSliceAng val="0"/>
        <c:holeSize val="80"/>
      </c:doughnutChart>
      <c:spPr bwMode="auto">
        <a:prstGeom prst="rect">
          <a:avLst/>
        </a:prstGeom>
        <a:noFill/>
        <a:ln>
          <a:noFill/>
        </a:ln>
        <a:effectLst/>
      </c:spPr>
    </c:plotArea>
    <c:legend>
      <c:legendPos val="b"/>
      <c:layout>
        <c:manualLayout>
          <c:xMode val="edge"/>
          <c:yMode val="edge"/>
          <c:x val="0.000513"/>
          <c:y val="0.897043"/>
          <c:w val="0.999487"/>
          <c:h val="0.102957"/>
        </c:manualLayout>
      </c:layout>
      <c:overlay val="0"/>
      <c:spPr bwMode="auto">
        <a:prstGeom prst="rect">
          <a:avLst/>
        </a:prstGeom>
        <a:noFill/>
        <a:ln>
          <a:noFill/>
        </a:ln>
        <a:effectLst/>
      </c:spPr>
      <c:txPr>
        <a:bodyPr rot="0" spcFirstLastPara="1" vertOverflow="ellipsis" vert="horz" wrap="square" anchor="ctr" anchorCtr="1"/>
        <a:lstStyle/>
        <a:p>
          <a:pPr>
            <a:defRPr sz="1400" b="0" i="0" u="none" strike="noStrike">
              <a:solidFill>
                <a:schemeClr val="tx1"/>
              </a:solidFill>
              <a:latin typeface="+mn-lt"/>
              <a:ea typeface="+mn-ea"/>
              <a:cs typeface="+mn-cs"/>
            </a:defRPr>
          </a:pPr>
          <a:endParaRPr lang="de-DE"/>
        </a:p>
      </c:txPr>
    </c:legend>
    <c:plotVisOnly val="1"/>
    <c:dispBlanksAs val="gap"/>
    <c:showDLblsOverMax val="0"/>
  </c:chart>
  <c:spPr bwMode="auto">
    <a:xfrm rot="0">
      <a:off x="517525" y="1631950"/>
      <a:ext cx="7364413" cy="4568825"/>
    </a:xfrm>
    <a:prstGeom prst="rect">
      <a:avLst/>
    </a:prstGeom>
    <a:noFill/>
    <a:ln>
      <a:noFill/>
    </a:ln>
    <a:effectLst/>
  </c:spPr>
  <c:txPr>
    <a:bodyPr/>
    <a:lstStyle/>
    <a:p>
      <a:pPr>
        <a:defRPr/>
      </a:pPr>
      <a:endParaRPr lang="de-DE"/>
    </a:p>
  </c:txPr>
  <c:externalData r:id="rId1">
    <c:autoUpdate val="1"/>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35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20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ln w="19050">
        <a:solidFill>
          <a:schemeClr val="lt1"/>
        </a:solidFill>
      </a:ln>
    </cs:spPr>
  </cs:dataPoint>
  <cs:dataPoint3D>
    <cs:lnRef idx="0"/>
    <cs:fillRef idx="1">
      <cs:styleClr val="auto"/>
    </cs:fillRef>
    <cs:effectRef idx="0"/>
    <cs:fontRef idx="minor">
      <a:schemeClr val="tx1"/>
    </cs:fontRef>
    <cs:spPr bwMode="auto">
      <a:prstGeom prst="rect">
        <a:avLst/>
      </a:prstGeom>
      <a:ln w="25400">
        <a:solidFill>
          <a:schemeClr val="lt1"/>
        </a:solidFill>
      </a:ln>
    </cs:spPr>
  </cs:dataPoint3D>
  <cs:dataPointLine>
    <cs:lnRef idx="0">
      <cs:styleClr val="auto"/>
    </cs:lnRef>
    <cs:fillRef idx="0"/>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0"/>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20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ln w="19050">
        <a:solidFill>
          <a:schemeClr val="lt1"/>
        </a:solidFill>
      </a:ln>
    </cs:spPr>
  </cs:dataPoint>
  <cs:dataPoint3D>
    <cs:lnRef idx="0"/>
    <cs:fillRef idx="1">
      <cs:styleClr val="auto"/>
    </cs:fillRef>
    <cs:effectRef idx="0"/>
    <cs:fontRef idx="minor">
      <a:schemeClr val="tx1"/>
    </cs:fontRef>
    <cs:spPr bwMode="auto">
      <a:prstGeom prst="rect">
        <a:avLst/>
      </a:prstGeom>
      <a:ln w="25400">
        <a:solidFill>
          <a:schemeClr val="lt1"/>
        </a:solidFill>
      </a:ln>
    </cs:spPr>
  </cs:dataPoint3D>
  <cs:dataPointLine>
    <cs:lnRef idx="0">
      <cs:styleClr val="auto"/>
    </cs:lnRef>
    <cs:fillRef idx="0"/>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0"/>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20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ln w="19050">
        <a:solidFill>
          <a:schemeClr val="lt1"/>
        </a:solidFill>
      </a:ln>
    </cs:spPr>
  </cs:dataPoint>
  <cs:dataPoint3D>
    <cs:lnRef idx="0"/>
    <cs:fillRef idx="1">
      <cs:styleClr val="auto"/>
    </cs:fillRef>
    <cs:effectRef idx="0"/>
    <cs:fontRef idx="minor">
      <a:schemeClr val="tx1"/>
    </cs:fontRef>
    <cs:spPr bwMode="auto">
      <a:prstGeom prst="rect">
        <a:avLst/>
      </a:prstGeom>
      <a:ln w="25400">
        <a:solidFill>
          <a:schemeClr val="lt1"/>
        </a:solidFill>
      </a:ln>
    </cs:spPr>
  </cs:dataPoint3D>
  <cs:dataPointLine>
    <cs:lnRef idx="0">
      <cs:styleClr val="auto"/>
    </cs:lnRef>
    <cs:fillRef idx="0"/>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0"/>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5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12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200"/>
  </cs:chartArea>
  <cs:dataLabel>
    <cs:lnRef idx="0"/>
    <cs:fillRef idx="0"/>
    <cs:effectRef idx="0"/>
    <cs:fontRef idx="minor">
      <a:schemeClr val="tx1">
        <a:lumMod val="75000"/>
        <a:lumOff val="25000"/>
      </a:schemeClr>
    </cs:fontRef>
    <cs:defRPr sz="1200"/>
  </cs:dataLabel>
  <cs:dataLabelCallout>
    <cs:lnRef idx="0"/>
    <cs:fillRef idx="0"/>
    <cs:effectRef idx="0"/>
    <cs:fontRef idx="minor">
      <a:schemeClr val="dk1">
        <a:lumMod val="65000"/>
        <a:lumOff val="35000"/>
      </a:schemeClr>
    </cs:fontRef>
    <cs:spPr bwMode="auto">
      <a:prstGeom prst="rect">
        <a:avLst/>
      </a:prstGeom>
      <a:solidFill>
        <a:schemeClr val="lt1"/>
      </a:solidFill>
      <a:ln>
        <a:solidFill>
          <a:schemeClr val="dk1">
            <a:lumMod val="25000"/>
            <a:lumOff val="75000"/>
          </a:schemeClr>
        </a:solidFill>
      </a:ln>
    </cs:spPr>
    <cs:defRPr sz="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bwMode="auto">
      <a:prstGeom prst="rect">
        <a:avLst/>
      </a:prstGeom>
      <a:ln w="19050">
        <a:solidFill>
          <a:schemeClr val="lt1"/>
        </a:solidFill>
      </a:ln>
    </cs:spPr>
  </cs:dataPoint>
  <cs:dataPoint3D>
    <cs:lnRef idx="0"/>
    <cs:fillRef idx="1">
      <cs:styleClr val="auto"/>
    </cs:fillRef>
    <cs:effectRef idx="0"/>
    <cs:fontRef idx="minor">
      <a:schemeClr val="tx1"/>
    </cs:fontRef>
    <cs:spPr bwMode="auto">
      <a:prstGeom prst="rect">
        <a:avLst/>
      </a:prstGeom>
      <a:ln w="25400">
        <a:solidFill>
          <a:schemeClr val="lt1"/>
        </a:solidFill>
      </a:ln>
    </cs:spPr>
  </cs:dataPoint3D>
  <cs:dataPointLine>
    <cs:lnRef idx="0">
      <cs:styleClr val="auto"/>
    </cs:lnRef>
    <cs:fillRef idx="0"/>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0"/>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1200"/>
  </cs:dataTable>
  <cs:downBar>
    <cs:lnRef idx="0"/>
    <cs:fillRef idx="0"/>
    <cs:effectRef idx="0"/>
    <cs:fontRef idx="minor">
      <a:schemeClr val="tx1"/>
    </cs:fontRef>
    <cs:spPr bwMode="auto">
      <a:prstGeom prst="rect">
        <a:avLst/>
      </a:prstGeom>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50000"/>
            <a:lumOff val="50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12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5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1200"/>
  </cs:trendlineLabel>
  <cs:upBar>
    <cs:lnRef idx="0"/>
    <cs:fillRef idx="0"/>
    <cs:effectRef idx="0"/>
    <cs:fontRef idx="minor">
      <a:schemeClr val="tx1"/>
    </cs:fontRef>
    <cs:spPr bwMode="auto">
      <a:prstGeom prst="rect">
        <a:avLst/>
      </a:prstGeom>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200"/>
  </cs:valueAxis>
  <cs:wall>
    <cs:lnRef idx="0"/>
    <cs:fillRef idx="0"/>
    <cs:effectRef idx="0"/>
    <cs:fontRef idx="minor">
      <a:schemeClr val="tx1"/>
    </cs:fontRef>
    <cs:spPr bwMode="auto">
      <a:prstGeom prst="rect">
        <a:avLst/>
      </a:prstGeom>
      <a:noFill/>
      <a:ln>
        <a:noFill/>
      </a:ln>
    </cs:spPr>
  </cs:wall>
  <cs:dataPointMarkerLayout symbol="circle" size="5"/>
</cs:chartStyle>
</file>

<file path=ppt/embeddings/_rels/Microsoft_Excel_Worksheet1.xlsx.rels><?xml version="1.0" encoding="UTF-8" standalone="yes"?><Relationships xmlns="http://schemas.openxmlformats.org/package/2006/relationships"></Relationships>
</file>

<file path=ppt/embeddings/_rels/Microsoft_Excel_Worksheet2.xlsx.rels><?xml version="1.0" encoding="UTF-8" standalone="yes"?><Relationships xmlns="http://schemas.openxmlformats.org/package/2006/relationships"></Relationships>
</file>

<file path=ppt/embeddings/_rels/Microsoft_Excel_Worksheet3.xlsx.rels><?xml version="1.0" encoding="UTF-8" standalone="yes"?><Relationships xmlns="http://schemas.openxmlformats.org/package/2006/relationships"></Relationships>
</file>

<file path=ppt/embeddings/_rels/Microsoft_Excel_Worksheet4.xlsx.rels><?xml version="1.0" encoding="UTF-8" standalone="yes"?><Relationships xmlns="http://schemas.openxmlformats.org/package/2006/relationships"></Relationships>
</file>

<file path=ppt/embeddings/_rels/Microsoft_Excel_Worksheet5.xlsx.rels><?xml version="1.0" encoding="UTF-8" standalone="yes"?><Relationships xmlns="http://schemas.openxmlformats.org/package/2006/relationships"></Relationships>
</file>

<file path=ppt/embeddings/_rels/Microsoft_Excel_Worksheet6.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50823876"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831264126"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9DECA62E-2216-4960-A875-4D2633F4A404}" type="datetimeFigureOut">
              <a:rPr lang="de-DE"/>
              <a:t>01.04.2026</a:t>
            </a:fld>
            <a:endParaRPr lang="de-DE"/>
          </a:p>
        </p:txBody>
      </p:sp>
      <p:sp>
        <p:nvSpPr>
          <p:cNvPr id="1724426814" name="Folienbildplatzhalt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2024128964"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1531967"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81320120"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E1F93703-73BA-47D5-8B02-C172375928DA}" type="slidenum">
              <a:rPr lang="de-DE"/>
              <a:t>‹#›</a:t>
            </a:fld>
            <a:endParaRPr lang="de-DE"/>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7724980" name="Slide Image Placeholder 1"/>
          <p:cNvSpPr>
            <a:spLocks noChangeAspect="1" noGrp="1" noRot="1"/>
          </p:cNvSpPr>
          <p:nvPr>
            <p:ph type="sldImg"/>
          </p:nvPr>
        </p:nvSpPr>
        <p:spPr bwMode="auto"/>
      </p:sp>
      <p:sp>
        <p:nvSpPr>
          <p:cNvPr id="763151525" name="Notes Placeholder 2"/>
          <p:cNvSpPr>
            <a:spLocks noGrp="1"/>
          </p:cNvSpPr>
          <p:nvPr>
            <p:ph type="body" idx="1"/>
          </p:nvPr>
        </p:nvSpPr>
        <p:spPr bwMode="auto"/>
        <p:txBody>
          <a:bodyPr/>
          <a:lstStyle/>
          <a:p>
            <a:pPr>
              <a:defRPr/>
            </a:pPr>
            <a:endParaRPr/>
          </a:p>
        </p:txBody>
      </p:sp>
      <p:sp>
        <p:nvSpPr>
          <p:cNvPr id="1143929032" name="Slide Number Placeholder 3"/>
          <p:cNvSpPr>
            <a:spLocks noGrp="1"/>
          </p:cNvSpPr>
          <p:nvPr>
            <p:ph type="sldNum" sz="quarter" idx="10"/>
          </p:nvPr>
        </p:nvSpPr>
        <p:spPr bwMode="auto"/>
        <p:txBody>
          <a:bodyPr/>
          <a:lstStyle/>
          <a:p>
            <a:pPr>
              <a:defRPr/>
            </a:pPr>
            <a:fld id="{BA3951D3-BCB6-CDE7-3862-FE7E4D45CAD7}"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0090885" name="Slide Image Placeholder 1"/>
          <p:cNvSpPr>
            <a:spLocks noChangeAspect="1" noGrp="1" noRot="1"/>
          </p:cNvSpPr>
          <p:nvPr>
            <p:ph type="sldImg"/>
          </p:nvPr>
        </p:nvSpPr>
        <p:spPr bwMode="auto"/>
      </p:sp>
      <p:sp>
        <p:nvSpPr>
          <p:cNvPr id="48980988" name="Notes Placeholder 2"/>
          <p:cNvSpPr>
            <a:spLocks noGrp="1"/>
          </p:cNvSpPr>
          <p:nvPr>
            <p:ph type="body" idx="1"/>
          </p:nvPr>
        </p:nvSpPr>
        <p:spPr bwMode="auto"/>
        <p:txBody>
          <a:bodyPr/>
          <a:lstStyle/>
          <a:p>
            <a:pPr>
              <a:defRPr/>
            </a:pPr>
            <a:endParaRPr/>
          </a:p>
        </p:txBody>
      </p:sp>
      <p:sp>
        <p:nvSpPr>
          <p:cNvPr id="1797668102" name="Slide Number Placeholder 3"/>
          <p:cNvSpPr>
            <a:spLocks noGrp="1"/>
          </p:cNvSpPr>
          <p:nvPr>
            <p:ph type="sldNum" sz="quarter" idx="10"/>
          </p:nvPr>
        </p:nvSpPr>
        <p:spPr bwMode="auto"/>
        <p:txBody>
          <a:bodyPr/>
          <a:lstStyle/>
          <a:p>
            <a:pPr>
              <a:defRPr/>
            </a:pPr>
            <a:fld id="{627789FF-7ED1-7DAB-D28E-C7731F7233D4}"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3956241" name="Slide Image Placeholder 1"/>
          <p:cNvSpPr>
            <a:spLocks noChangeAspect="1" noGrp="1" noRot="1"/>
          </p:cNvSpPr>
          <p:nvPr>
            <p:ph type="sldImg"/>
          </p:nvPr>
        </p:nvSpPr>
        <p:spPr bwMode="auto"/>
      </p:sp>
      <p:sp>
        <p:nvSpPr>
          <p:cNvPr id="1682737065" name="Notes Placeholder 2"/>
          <p:cNvSpPr>
            <a:spLocks noGrp="1"/>
          </p:cNvSpPr>
          <p:nvPr>
            <p:ph type="body" idx="1"/>
          </p:nvPr>
        </p:nvSpPr>
        <p:spPr bwMode="auto"/>
        <p:txBody>
          <a:bodyPr/>
          <a:lstStyle/>
          <a:p>
            <a:pPr>
              <a:defRPr/>
            </a:pPr>
            <a:endParaRPr/>
          </a:p>
        </p:txBody>
      </p:sp>
      <p:sp>
        <p:nvSpPr>
          <p:cNvPr id="917987561" name="Slide Number Placeholder 3"/>
          <p:cNvSpPr>
            <a:spLocks noGrp="1"/>
          </p:cNvSpPr>
          <p:nvPr>
            <p:ph type="sldNum" sz="quarter" idx="10"/>
          </p:nvPr>
        </p:nvSpPr>
        <p:spPr bwMode="auto"/>
        <p:txBody>
          <a:bodyPr/>
          <a:lstStyle/>
          <a:p>
            <a:pPr>
              <a:defRPr/>
            </a:pPr>
            <a:fld id="{01775C0D-C541-5490-4784-FE7A8B5A841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1539561" name="Slide Image Placeholder 1"/>
          <p:cNvSpPr>
            <a:spLocks noChangeAspect="1" noGrp="1" noRot="1"/>
          </p:cNvSpPr>
          <p:nvPr>
            <p:ph type="sldImg"/>
          </p:nvPr>
        </p:nvSpPr>
        <p:spPr bwMode="auto"/>
      </p:sp>
      <p:sp>
        <p:nvSpPr>
          <p:cNvPr id="1916164688" name="Notes Placeholder 2"/>
          <p:cNvSpPr>
            <a:spLocks noGrp="1"/>
          </p:cNvSpPr>
          <p:nvPr>
            <p:ph type="body" idx="1"/>
          </p:nvPr>
        </p:nvSpPr>
        <p:spPr bwMode="auto"/>
        <p:txBody>
          <a:bodyPr/>
          <a:lstStyle/>
          <a:p>
            <a:pPr>
              <a:defRPr/>
            </a:pPr>
            <a:endParaRPr/>
          </a:p>
        </p:txBody>
      </p:sp>
      <p:sp>
        <p:nvSpPr>
          <p:cNvPr id="227854095" name="Slide Number Placeholder 3"/>
          <p:cNvSpPr>
            <a:spLocks noGrp="1"/>
          </p:cNvSpPr>
          <p:nvPr>
            <p:ph type="sldNum" sz="quarter" idx="10"/>
          </p:nvPr>
        </p:nvSpPr>
        <p:spPr bwMode="auto"/>
        <p:txBody>
          <a:bodyPr/>
          <a:lstStyle/>
          <a:p>
            <a:pPr>
              <a:defRPr/>
            </a:pPr>
            <a:fld id="{EF5401B4-AC6C-EB83-CA4C-9C669EC7AB55}"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8249319" name="Slide Image Placeholder 1"/>
          <p:cNvSpPr>
            <a:spLocks noChangeAspect="1" noGrp="1" noRot="1"/>
          </p:cNvSpPr>
          <p:nvPr>
            <p:ph type="sldImg"/>
          </p:nvPr>
        </p:nvSpPr>
        <p:spPr bwMode="auto"/>
      </p:sp>
      <p:sp>
        <p:nvSpPr>
          <p:cNvPr id="1738101681" name="Notes Placeholder 2"/>
          <p:cNvSpPr>
            <a:spLocks noGrp="1"/>
          </p:cNvSpPr>
          <p:nvPr>
            <p:ph type="body" idx="1"/>
          </p:nvPr>
        </p:nvSpPr>
        <p:spPr bwMode="auto"/>
        <p:txBody>
          <a:bodyPr/>
          <a:lstStyle/>
          <a:p>
            <a:pPr>
              <a:defRPr/>
            </a:pPr>
            <a:endParaRPr/>
          </a:p>
        </p:txBody>
      </p:sp>
      <p:sp>
        <p:nvSpPr>
          <p:cNvPr id="47631854" name="Slide Number Placeholder 3"/>
          <p:cNvSpPr>
            <a:spLocks noGrp="1"/>
          </p:cNvSpPr>
          <p:nvPr>
            <p:ph type="sldNum" sz="quarter" idx="10"/>
          </p:nvPr>
        </p:nvSpPr>
        <p:spPr bwMode="auto"/>
        <p:txBody>
          <a:bodyPr/>
          <a:lstStyle/>
          <a:p>
            <a:pPr>
              <a:defRPr/>
            </a:pPr>
            <a:fld id="{CB29EFA2-E1FC-D0F7-3C7F-A1A990A905C6}"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8461206" name="Slide Image Placeholder 1"/>
          <p:cNvSpPr>
            <a:spLocks noChangeAspect="1" noGrp="1" noRot="1"/>
          </p:cNvSpPr>
          <p:nvPr>
            <p:ph type="sldImg"/>
          </p:nvPr>
        </p:nvSpPr>
        <p:spPr bwMode="auto"/>
      </p:sp>
      <p:sp>
        <p:nvSpPr>
          <p:cNvPr id="538560882" name="Notes Placeholder 2"/>
          <p:cNvSpPr>
            <a:spLocks noGrp="1"/>
          </p:cNvSpPr>
          <p:nvPr>
            <p:ph type="body" idx="1"/>
          </p:nvPr>
        </p:nvSpPr>
        <p:spPr bwMode="auto"/>
        <p:txBody>
          <a:bodyPr/>
          <a:lstStyle/>
          <a:p>
            <a:pPr>
              <a:defRPr/>
            </a:pPr>
            <a:endParaRPr/>
          </a:p>
        </p:txBody>
      </p:sp>
      <p:sp>
        <p:nvSpPr>
          <p:cNvPr id="378609399" name="Slide Number Placeholder 3"/>
          <p:cNvSpPr>
            <a:spLocks noGrp="1"/>
          </p:cNvSpPr>
          <p:nvPr>
            <p:ph type="sldNum" sz="quarter" idx="10"/>
          </p:nvPr>
        </p:nvSpPr>
        <p:spPr bwMode="auto"/>
        <p:txBody>
          <a:bodyPr/>
          <a:lstStyle/>
          <a:p>
            <a:pPr>
              <a:defRPr/>
            </a:pPr>
            <a:fld id="{6D9FB034-0B53-2916-E1AF-5CBF018CA640}"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8567415" name="Slide Image Placeholder 1"/>
          <p:cNvSpPr>
            <a:spLocks noChangeAspect="1" noGrp="1" noRot="1"/>
          </p:cNvSpPr>
          <p:nvPr>
            <p:ph type="sldImg"/>
          </p:nvPr>
        </p:nvSpPr>
        <p:spPr bwMode="auto"/>
      </p:sp>
      <p:sp>
        <p:nvSpPr>
          <p:cNvPr id="216866242" name="Notes Placeholder 2"/>
          <p:cNvSpPr>
            <a:spLocks noGrp="1"/>
          </p:cNvSpPr>
          <p:nvPr>
            <p:ph type="body" idx="1"/>
          </p:nvPr>
        </p:nvSpPr>
        <p:spPr bwMode="auto"/>
        <p:txBody>
          <a:bodyPr/>
          <a:lstStyle/>
          <a:p>
            <a:pPr>
              <a:defRPr/>
            </a:pPr>
            <a:endParaRPr/>
          </a:p>
        </p:txBody>
      </p:sp>
      <p:sp>
        <p:nvSpPr>
          <p:cNvPr id="235091408" name="Slide Number Placeholder 3"/>
          <p:cNvSpPr>
            <a:spLocks noGrp="1"/>
          </p:cNvSpPr>
          <p:nvPr>
            <p:ph type="sldNum" sz="quarter" idx="10"/>
          </p:nvPr>
        </p:nvSpPr>
        <p:spPr bwMode="auto"/>
        <p:txBody>
          <a:bodyPr/>
          <a:lstStyle/>
          <a:p>
            <a:pPr>
              <a:defRPr/>
            </a:pPr>
            <a:fld id="{DE64682D-F84E-5C6B-0905-417FEEB83BC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3574638" name="Slide Image Placeholder 1"/>
          <p:cNvSpPr>
            <a:spLocks noChangeAspect="1" noGrp="1" noRot="1"/>
          </p:cNvSpPr>
          <p:nvPr>
            <p:ph type="sldImg"/>
          </p:nvPr>
        </p:nvSpPr>
        <p:spPr bwMode="auto"/>
      </p:sp>
      <p:sp>
        <p:nvSpPr>
          <p:cNvPr id="1699707844" name="Notes Placeholder 2"/>
          <p:cNvSpPr>
            <a:spLocks noGrp="1"/>
          </p:cNvSpPr>
          <p:nvPr>
            <p:ph type="body" idx="1"/>
          </p:nvPr>
        </p:nvSpPr>
        <p:spPr bwMode="auto"/>
        <p:txBody>
          <a:bodyPr/>
          <a:lstStyle/>
          <a:p>
            <a:pPr>
              <a:defRPr/>
            </a:pPr>
            <a:endParaRPr/>
          </a:p>
        </p:txBody>
      </p:sp>
      <p:sp>
        <p:nvSpPr>
          <p:cNvPr id="2135418007" name="Slide Number Placeholder 3"/>
          <p:cNvSpPr>
            <a:spLocks noGrp="1"/>
          </p:cNvSpPr>
          <p:nvPr>
            <p:ph type="sldNum" sz="quarter" idx="10"/>
          </p:nvPr>
        </p:nvSpPr>
        <p:spPr bwMode="auto"/>
        <p:txBody>
          <a:bodyPr/>
          <a:lstStyle/>
          <a:p>
            <a:pPr>
              <a:defRPr/>
            </a:pPr>
            <a:fld id="{A159A7BA-7227-D6BB-0347-1A111964B11F}"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7610350" name="Slide Image Placeholder 1"/>
          <p:cNvSpPr>
            <a:spLocks noChangeAspect="1" noGrp="1" noRot="1"/>
          </p:cNvSpPr>
          <p:nvPr>
            <p:ph type="sldImg"/>
          </p:nvPr>
        </p:nvSpPr>
        <p:spPr bwMode="auto"/>
      </p:sp>
      <p:sp>
        <p:nvSpPr>
          <p:cNvPr id="1784593893" name="Notes Placeholder 2"/>
          <p:cNvSpPr>
            <a:spLocks noGrp="1"/>
          </p:cNvSpPr>
          <p:nvPr>
            <p:ph type="body" idx="1"/>
          </p:nvPr>
        </p:nvSpPr>
        <p:spPr bwMode="auto"/>
        <p:txBody>
          <a:bodyPr/>
          <a:lstStyle/>
          <a:p>
            <a:pPr>
              <a:defRPr/>
            </a:pPr>
            <a:endParaRPr/>
          </a:p>
        </p:txBody>
      </p:sp>
      <p:sp>
        <p:nvSpPr>
          <p:cNvPr id="1761208465" name="Slide Number Placeholder 3"/>
          <p:cNvSpPr>
            <a:spLocks noGrp="1"/>
          </p:cNvSpPr>
          <p:nvPr>
            <p:ph type="sldNum" sz="quarter" idx="10"/>
          </p:nvPr>
        </p:nvSpPr>
        <p:spPr bwMode="auto"/>
        <p:txBody>
          <a:bodyPr/>
          <a:lstStyle/>
          <a:p>
            <a:pPr>
              <a:defRPr/>
            </a:pPr>
            <a:fld id="{87A4633E-C03D-6159-BE37-F604B3C9644B}"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8348854" name="Slide Image Placeholder 1"/>
          <p:cNvSpPr>
            <a:spLocks noChangeAspect="1" noGrp="1" noRot="1"/>
          </p:cNvSpPr>
          <p:nvPr>
            <p:ph type="sldImg"/>
          </p:nvPr>
        </p:nvSpPr>
        <p:spPr bwMode="auto"/>
      </p:sp>
      <p:sp>
        <p:nvSpPr>
          <p:cNvPr id="1184420141" name="Notes Placeholder 2"/>
          <p:cNvSpPr>
            <a:spLocks noGrp="1"/>
          </p:cNvSpPr>
          <p:nvPr>
            <p:ph type="body" idx="1"/>
          </p:nvPr>
        </p:nvSpPr>
        <p:spPr bwMode="auto"/>
        <p:txBody>
          <a:bodyPr/>
          <a:lstStyle/>
          <a:p>
            <a:pPr>
              <a:defRPr/>
            </a:pPr>
            <a:endParaRPr/>
          </a:p>
        </p:txBody>
      </p:sp>
      <p:sp>
        <p:nvSpPr>
          <p:cNvPr id="1542748790" name="Slide Number Placeholder 3"/>
          <p:cNvSpPr>
            <a:spLocks noGrp="1"/>
          </p:cNvSpPr>
          <p:nvPr>
            <p:ph type="sldNum" sz="quarter" idx="10"/>
          </p:nvPr>
        </p:nvSpPr>
        <p:spPr bwMode="auto"/>
        <p:txBody>
          <a:bodyPr/>
          <a:lstStyle/>
          <a:p>
            <a:pPr>
              <a:defRPr/>
            </a:pPr>
            <a:fld id="{FC3ECB1E-B290-7B1F-C18F-CF12A2834D0C}"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8751161" name="Slide Image Placeholder 1"/>
          <p:cNvSpPr>
            <a:spLocks noChangeAspect="1" noGrp="1" noRot="1"/>
          </p:cNvSpPr>
          <p:nvPr>
            <p:ph type="sldImg"/>
          </p:nvPr>
        </p:nvSpPr>
        <p:spPr bwMode="auto"/>
      </p:sp>
      <p:sp>
        <p:nvSpPr>
          <p:cNvPr id="1982488245" name="Notes Placeholder 2"/>
          <p:cNvSpPr>
            <a:spLocks noGrp="1"/>
          </p:cNvSpPr>
          <p:nvPr>
            <p:ph type="body" idx="1"/>
          </p:nvPr>
        </p:nvSpPr>
        <p:spPr bwMode="auto"/>
        <p:txBody>
          <a:bodyPr/>
          <a:lstStyle/>
          <a:p>
            <a:pPr>
              <a:defRPr/>
            </a:pPr>
            <a:endParaRPr/>
          </a:p>
        </p:txBody>
      </p:sp>
      <p:sp>
        <p:nvSpPr>
          <p:cNvPr id="1452138386" name="Slide Number Placeholder 3"/>
          <p:cNvSpPr>
            <a:spLocks noGrp="1"/>
          </p:cNvSpPr>
          <p:nvPr>
            <p:ph type="sldNum" sz="quarter" idx="10"/>
          </p:nvPr>
        </p:nvSpPr>
        <p:spPr bwMode="auto"/>
        <p:txBody>
          <a:bodyPr/>
          <a:lstStyle/>
          <a:p>
            <a:pPr>
              <a:defRPr/>
            </a:pPr>
            <a:fld id="{586A065E-B230-925C-A078-D74D9C96D000}"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21039" name="Slide Image Placeholder 1"/>
          <p:cNvSpPr>
            <a:spLocks noChangeAspect="1" noGrp="1" noRot="1"/>
          </p:cNvSpPr>
          <p:nvPr>
            <p:ph type="sldImg"/>
          </p:nvPr>
        </p:nvSpPr>
        <p:spPr bwMode="auto"/>
      </p:sp>
      <p:sp>
        <p:nvSpPr>
          <p:cNvPr id="1869196232" name="Notes Placeholder 2"/>
          <p:cNvSpPr>
            <a:spLocks noGrp="1"/>
          </p:cNvSpPr>
          <p:nvPr>
            <p:ph type="body" idx="1"/>
          </p:nvPr>
        </p:nvSpPr>
        <p:spPr bwMode="auto"/>
        <p:txBody>
          <a:bodyPr/>
          <a:lstStyle/>
          <a:p>
            <a:pPr>
              <a:defRPr/>
            </a:pPr>
            <a:endParaRPr/>
          </a:p>
        </p:txBody>
      </p:sp>
      <p:sp>
        <p:nvSpPr>
          <p:cNvPr id="2133374491" name="Slide Number Placeholder 3"/>
          <p:cNvSpPr>
            <a:spLocks noGrp="1"/>
          </p:cNvSpPr>
          <p:nvPr>
            <p:ph type="sldNum" sz="quarter" idx="10"/>
          </p:nvPr>
        </p:nvSpPr>
        <p:spPr bwMode="auto"/>
        <p:txBody>
          <a:bodyPr/>
          <a:lstStyle/>
          <a:p>
            <a:pPr>
              <a:defRPr/>
            </a:pPr>
            <a:fld id="{07AD2398-5A5B-6B80-F9AC-A198E11E03DF}"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2087257" name="Slide Image Placeholder 1"/>
          <p:cNvSpPr>
            <a:spLocks noChangeAspect="1" noGrp="1" noRot="1"/>
          </p:cNvSpPr>
          <p:nvPr>
            <p:ph type="sldImg"/>
          </p:nvPr>
        </p:nvSpPr>
        <p:spPr bwMode="auto"/>
      </p:sp>
      <p:sp>
        <p:nvSpPr>
          <p:cNvPr id="1184914447" name="Notes Placeholder 2"/>
          <p:cNvSpPr>
            <a:spLocks noGrp="1"/>
          </p:cNvSpPr>
          <p:nvPr>
            <p:ph type="body" idx="1"/>
          </p:nvPr>
        </p:nvSpPr>
        <p:spPr bwMode="auto"/>
        <p:txBody>
          <a:bodyPr/>
          <a:lstStyle/>
          <a:p>
            <a:pPr>
              <a:defRPr/>
            </a:pPr>
            <a:endParaRPr/>
          </a:p>
        </p:txBody>
      </p:sp>
      <p:sp>
        <p:nvSpPr>
          <p:cNvPr id="1577221647" name="Slide Number Placeholder 3"/>
          <p:cNvSpPr>
            <a:spLocks noGrp="1"/>
          </p:cNvSpPr>
          <p:nvPr>
            <p:ph type="sldNum" sz="quarter" idx="10"/>
          </p:nvPr>
        </p:nvSpPr>
        <p:spPr bwMode="auto"/>
        <p:txBody>
          <a:bodyPr/>
          <a:lstStyle/>
          <a:p>
            <a:pPr>
              <a:defRPr/>
            </a:pPr>
            <a:fld id="{18DE57A4-837D-1647-70D8-6B535CB3DFDC}"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8467622" name="Slide Image Placeholder 1"/>
          <p:cNvSpPr>
            <a:spLocks noChangeAspect="1" noGrp="1" noRot="1"/>
          </p:cNvSpPr>
          <p:nvPr>
            <p:ph type="sldImg"/>
          </p:nvPr>
        </p:nvSpPr>
        <p:spPr bwMode="auto"/>
      </p:sp>
      <p:sp>
        <p:nvSpPr>
          <p:cNvPr id="1546700026" name="Notes Placeholder 2"/>
          <p:cNvSpPr>
            <a:spLocks noGrp="1"/>
          </p:cNvSpPr>
          <p:nvPr>
            <p:ph type="body" idx="1"/>
          </p:nvPr>
        </p:nvSpPr>
        <p:spPr bwMode="auto"/>
        <p:txBody>
          <a:bodyPr/>
          <a:lstStyle/>
          <a:p>
            <a:pPr>
              <a:defRPr/>
            </a:pPr>
            <a:endParaRPr/>
          </a:p>
        </p:txBody>
      </p:sp>
      <p:sp>
        <p:nvSpPr>
          <p:cNvPr id="937028301" name="Slide Number Placeholder 3"/>
          <p:cNvSpPr>
            <a:spLocks noGrp="1"/>
          </p:cNvSpPr>
          <p:nvPr>
            <p:ph type="sldNum" sz="quarter" idx="10"/>
          </p:nvPr>
        </p:nvSpPr>
        <p:spPr bwMode="auto"/>
        <p:txBody>
          <a:bodyPr/>
          <a:lstStyle/>
          <a:p>
            <a:pPr>
              <a:defRPr/>
            </a:pPr>
            <a:fld id="{B8FB1D99-CC85-4F8C-CFB0-89315942B906}"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9965199" name="Slide Image Placeholder 1"/>
          <p:cNvSpPr>
            <a:spLocks noChangeAspect="1" noGrp="1" noRot="1"/>
          </p:cNvSpPr>
          <p:nvPr>
            <p:ph type="sldImg"/>
          </p:nvPr>
        </p:nvSpPr>
        <p:spPr bwMode="auto"/>
      </p:sp>
      <p:sp>
        <p:nvSpPr>
          <p:cNvPr id="590427248" name="Notes Placeholder 2"/>
          <p:cNvSpPr>
            <a:spLocks noGrp="1"/>
          </p:cNvSpPr>
          <p:nvPr>
            <p:ph type="body" idx="1"/>
          </p:nvPr>
        </p:nvSpPr>
        <p:spPr bwMode="auto"/>
        <p:txBody>
          <a:bodyPr/>
          <a:lstStyle/>
          <a:p>
            <a:pPr>
              <a:defRPr/>
            </a:pPr>
            <a:endParaRPr/>
          </a:p>
        </p:txBody>
      </p:sp>
      <p:sp>
        <p:nvSpPr>
          <p:cNvPr id="25531103" name="Slide Number Placeholder 3"/>
          <p:cNvSpPr>
            <a:spLocks noGrp="1"/>
          </p:cNvSpPr>
          <p:nvPr>
            <p:ph type="sldNum" sz="quarter" idx="10"/>
          </p:nvPr>
        </p:nvSpPr>
        <p:spPr bwMode="auto"/>
        <p:txBody>
          <a:bodyPr/>
          <a:lstStyle/>
          <a:p>
            <a:pPr>
              <a:defRPr/>
            </a:pPr>
            <a:fld id="{32ECFB80-DDCF-4649-52D6-45646FEFF5D8}"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100250" name="Slide Image Placeholder 1"/>
          <p:cNvSpPr>
            <a:spLocks noChangeAspect="1" noGrp="1" noRot="1"/>
          </p:cNvSpPr>
          <p:nvPr>
            <p:ph type="sldImg"/>
          </p:nvPr>
        </p:nvSpPr>
        <p:spPr bwMode="auto"/>
      </p:sp>
      <p:sp>
        <p:nvSpPr>
          <p:cNvPr id="166441177" name="Notes Placeholder 2"/>
          <p:cNvSpPr>
            <a:spLocks noGrp="1"/>
          </p:cNvSpPr>
          <p:nvPr>
            <p:ph type="body" idx="1"/>
          </p:nvPr>
        </p:nvSpPr>
        <p:spPr bwMode="auto"/>
        <p:txBody>
          <a:bodyPr/>
          <a:lstStyle/>
          <a:p>
            <a:pPr>
              <a:defRPr/>
            </a:pPr>
            <a:endParaRPr/>
          </a:p>
        </p:txBody>
      </p:sp>
      <p:sp>
        <p:nvSpPr>
          <p:cNvPr id="616440305" name="Slide Number Placeholder 3"/>
          <p:cNvSpPr>
            <a:spLocks noGrp="1"/>
          </p:cNvSpPr>
          <p:nvPr>
            <p:ph type="sldNum" sz="quarter" idx="10"/>
          </p:nvPr>
        </p:nvSpPr>
        <p:spPr bwMode="auto"/>
        <p:txBody>
          <a:bodyPr/>
          <a:lstStyle/>
          <a:p>
            <a:pPr>
              <a:defRPr/>
            </a:pPr>
            <a:fld id="{265DD49E-409A-3B5C-CF1C-CED45496EE54}"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922069" name="Slide Image Placeholder 1"/>
          <p:cNvSpPr>
            <a:spLocks noChangeAspect="1" noGrp="1" noRot="1"/>
          </p:cNvSpPr>
          <p:nvPr>
            <p:ph type="sldImg"/>
          </p:nvPr>
        </p:nvSpPr>
        <p:spPr bwMode="auto"/>
      </p:sp>
      <p:sp>
        <p:nvSpPr>
          <p:cNvPr id="1142917451" name="Notes Placeholder 2"/>
          <p:cNvSpPr>
            <a:spLocks noGrp="1"/>
          </p:cNvSpPr>
          <p:nvPr>
            <p:ph type="body" idx="1"/>
          </p:nvPr>
        </p:nvSpPr>
        <p:spPr bwMode="auto"/>
        <p:txBody>
          <a:bodyPr/>
          <a:lstStyle/>
          <a:p>
            <a:pPr>
              <a:defRPr/>
            </a:pPr>
            <a:endParaRPr/>
          </a:p>
        </p:txBody>
      </p:sp>
      <p:sp>
        <p:nvSpPr>
          <p:cNvPr id="1739189642" name="Slide Number Placeholder 3"/>
          <p:cNvSpPr>
            <a:spLocks noGrp="1"/>
          </p:cNvSpPr>
          <p:nvPr>
            <p:ph type="sldNum" sz="quarter" idx="10"/>
          </p:nvPr>
        </p:nvSpPr>
        <p:spPr bwMode="auto"/>
        <p:txBody>
          <a:bodyPr/>
          <a:lstStyle/>
          <a:p>
            <a:pPr>
              <a:defRPr/>
            </a:pPr>
            <a:fld id="{CD06134F-3FF5-10FF-DA63-BB47001D93C0}"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1278693" name="Slide Image Placeholder 1"/>
          <p:cNvSpPr>
            <a:spLocks noChangeAspect="1" noGrp="1" noRot="1"/>
          </p:cNvSpPr>
          <p:nvPr>
            <p:ph type="sldImg"/>
          </p:nvPr>
        </p:nvSpPr>
        <p:spPr bwMode="auto"/>
      </p:sp>
      <p:sp>
        <p:nvSpPr>
          <p:cNvPr id="902877293" name="Notes Placeholder 2"/>
          <p:cNvSpPr>
            <a:spLocks noGrp="1"/>
          </p:cNvSpPr>
          <p:nvPr>
            <p:ph type="body" idx="1"/>
          </p:nvPr>
        </p:nvSpPr>
        <p:spPr bwMode="auto"/>
        <p:txBody>
          <a:bodyPr/>
          <a:lstStyle/>
          <a:p>
            <a:pPr>
              <a:defRPr/>
            </a:pPr>
            <a:endParaRPr/>
          </a:p>
        </p:txBody>
      </p:sp>
      <p:sp>
        <p:nvSpPr>
          <p:cNvPr id="1914807959" name="Slide Number Placeholder 3"/>
          <p:cNvSpPr>
            <a:spLocks noGrp="1"/>
          </p:cNvSpPr>
          <p:nvPr>
            <p:ph type="sldNum" sz="quarter" idx="10"/>
          </p:nvPr>
        </p:nvSpPr>
        <p:spPr bwMode="auto"/>
        <p:txBody>
          <a:bodyPr/>
          <a:lstStyle/>
          <a:p>
            <a:pPr>
              <a:defRPr/>
            </a:pPr>
            <a:fld id="{3E7ED86F-521D-02D6-E064-41771D76457C}"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2781523" name="Slide Image Placeholder 1"/>
          <p:cNvSpPr>
            <a:spLocks noChangeAspect="1" noGrp="1" noRot="1"/>
          </p:cNvSpPr>
          <p:nvPr>
            <p:ph type="sldImg"/>
          </p:nvPr>
        </p:nvSpPr>
        <p:spPr bwMode="auto"/>
      </p:sp>
      <p:sp>
        <p:nvSpPr>
          <p:cNvPr id="2134313665" name="Notes Placeholder 2"/>
          <p:cNvSpPr>
            <a:spLocks noGrp="1"/>
          </p:cNvSpPr>
          <p:nvPr>
            <p:ph type="body" idx="1"/>
          </p:nvPr>
        </p:nvSpPr>
        <p:spPr bwMode="auto"/>
        <p:txBody>
          <a:bodyPr/>
          <a:lstStyle/>
          <a:p>
            <a:pPr>
              <a:defRPr/>
            </a:pPr>
            <a:endParaRPr/>
          </a:p>
        </p:txBody>
      </p:sp>
      <p:sp>
        <p:nvSpPr>
          <p:cNvPr id="1233966085" name="Slide Number Placeholder 3"/>
          <p:cNvSpPr>
            <a:spLocks noGrp="1"/>
          </p:cNvSpPr>
          <p:nvPr>
            <p:ph type="sldNum" sz="quarter" idx="10"/>
          </p:nvPr>
        </p:nvSpPr>
        <p:spPr bwMode="auto"/>
        <p:txBody>
          <a:bodyPr/>
          <a:lstStyle/>
          <a:p>
            <a:pPr>
              <a:defRPr/>
            </a:pPr>
            <a:fld id="{D44B5D12-DD7E-3D9D-D8A8-432F1D4F674B}"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5241509" name="Slide Image Placeholder 1"/>
          <p:cNvSpPr>
            <a:spLocks noChangeAspect="1" noGrp="1" noRot="1"/>
          </p:cNvSpPr>
          <p:nvPr>
            <p:ph type="sldImg"/>
          </p:nvPr>
        </p:nvSpPr>
        <p:spPr bwMode="auto"/>
      </p:sp>
      <p:sp>
        <p:nvSpPr>
          <p:cNvPr id="1938485459" name="Notes Placeholder 2"/>
          <p:cNvSpPr>
            <a:spLocks noGrp="1"/>
          </p:cNvSpPr>
          <p:nvPr>
            <p:ph type="body" idx="1"/>
          </p:nvPr>
        </p:nvSpPr>
        <p:spPr bwMode="auto"/>
        <p:txBody>
          <a:bodyPr/>
          <a:lstStyle/>
          <a:p>
            <a:pPr>
              <a:defRPr/>
            </a:pPr>
            <a:endParaRPr/>
          </a:p>
        </p:txBody>
      </p:sp>
      <p:sp>
        <p:nvSpPr>
          <p:cNvPr id="1205933083" name="Slide Number Placeholder 3"/>
          <p:cNvSpPr>
            <a:spLocks noGrp="1"/>
          </p:cNvSpPr>
          <p:nvPr>
            <p:ph type="sldNum" sz="quarter" idx="10"/>
          </p:nvPr>
        </p:nvSpPr>
        <p:spPr bwMode="auto"/>
        <p:txBody>
          <a:bodyPr/>
          <a:lstStyle/>
          <a:p>
            <a:pPr>
              <a:defRPr/>
            </a:pPr>
            <a:fld id="{57763FE1-3262-CB9B-372B-F7B32A40D6E1}"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7336346" name="Slide Image Placeholder 1"/>
          <p:cNvSpPr>
            <a:spLocks noChangeAspect="1" noGrp="1" noRot="1"/>
          </p:cNvSpPr>
          <p:nvPr>
            <p:ph type="sldImg"/>
          </p:nvPr>
        </p:nvSpPr>
        <p:spPr bwMode="auto"/>
      </p:sp>
      <p:sp>
        <p:nvSpPr>
          <p:cNvPr id="32721558" name="Notes Placeholder 2"/>
          <p:cNvSpPr>
            <a:spLocks noGrp="1"/>
          </p:cNvSpPr>
          <p:nvPr>
            <p:ph type="body" idx="1"/>
          </p:nvPr>
        </p:nvSpPr>
        <p:spPr bwMode="auto"/>
        <p:txBody>
          <a:bodyPr/>
          <a:lstStyle/>
          <a:p>
            <a:pPr>
              <a:defRPr/>
            </a:pPr>
            <a:endParaRPr/>
          </a:p>
        </p:txBody>
      </p:sp>
      <p:sp>
        <p:nvSpPr>
          <p:cNvPr id="545455975" name="Slide Number Placeholder 3"/>
          <p:cNvSpPr>
            <a:spLocks noGrp="1"/>
          </p:cNvSpPr>
          <p:nvPr>
            <p:ph type="sldNum" sz="quarter" idx="10"/>
          </p:nvPr>
        </p:nvSpPr>
        <p:spPr bwMode="auto"/>
        <p:txBody>
          <a:bodyPr/>
          <a:lstStyle/>
          <a:p>
            <a:pPr>
              <a:defRPr/>
            </a:pPr>
            <a:fld id="{201695C0-D9E4-E18E-D786-F79C1924ED53}"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811889" name="Slide Image Placeholder 1"/>
          <p:cNvSpPr>
            <a:spLocks noChangeAspect="1" noGrp="1" noRot="1"/>
          </p:cNvSpPr>
          <p:nvPr>
            <p:ph type="sldImg"/>
          </p:nvPr>
        </p:nvSpPr>
        <p:spPr bwMode="auto"/>
      </p:sp>
      <p:sp>
        <p:nvSpPr>
          <p:cNvPr id="43771090" name="Notes Placeholder 2"/>
          <p:cNvSpPr>
            <a:spLocks noGrp="1"/>
          </p:cNvSpPr>
          <p:nvPr>
            <p:ph type="body" idx="1"/>
          </p:nvPr>
        </p:nvSpPr>
        <p:spPr bwMode="auto"/>
        <p:txBody>
          <a:bodyPr/>
          <a:lstStyle/>
          <a:p>
            <a:pPr>
              <a:defRPr/>
            </a:pPr>
            <a:endParaRPr/>
          </a:p>
        </p:txBody>
      </p:sp>
      <p:sp>
        <p:nvSpPr>
          <p:cNvPr id="354497048" name="Slide Number Placeholder 3"/>
          <p:cNvSpPr>
            <a:spLocks noGrp="1"/>
          </p:cNvSpPr>
          <p:nvPr>
            <p:ph type="sldNum" sz="quarter" idx="10"/>
          </p:nvPr>
        </p:nvSpPr>
        <p:spPr bwMode="auto"/>
        <p:txBody>
          <a:bodyPr/>
          <a:lstStyle/>
          <a:p>
            <a:pPr>
              <a:defRPr/>
            </a:pPr>
            <a:fld id="{FA7E24E4-8C52-275A-8929-9F52ABF4BBFB}"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8200841" name="Slide Image Placeholder 1"/>
          <p:cNvSpPr>
            <a:spLocks noChangeAspect="1" noGrp="1" noRot="1"/>
          </p:cNvSpPr>
          <p:nvPr>
            <p:ph type="sldImg"/>
          </p:nvPr>
        </p:nvSpPr>
        <p:spPr bwMode="auto"/>
      </p:sp>
      <p:sp>
        <p:nvSpPr>
          <p:cNvPr id="1420064363" name="Notes Placeholder 2"/>
          <p:cNvSpPr>
            <a:spLocks noGrp="1"/>
          </p:cNvSpPr>
          <p:nvPr>
            <p:ph type="body" idx="1"/>
          </p:nvPr>
        </p:nvSpPr>
        <p:spPr bwMode="auto"/>
        <p:txBody>
          <a:bodyPr/>
          <a:lstStyle/>
          <a:p>
            <a:pPr>
              <a:defRPr/>
            </a:pPr>
            <a:endParaRPr/>
          </a:p>
        </p:txBody>
      </p:sp>
      <p:sp>
        <p:nvSpPr>
          <p:cNvPr id="1393861716" name="Slide Number Placeholder 3"/>
          <p:cNvSpPr>
            <a:spLocks noGrp="1"/>
          </p:cNvSpPr>
          <p:nvPr>
            <p:ph type="sldNum" sz="quarter" idx="10"/>
          </p:nvPr>
        </p:nvSpPr>
        <p:spPr bwMode="auto"/>
        <p:txBody>
          <a:bodyPr/>
          <a:lstStyle/>
          <a:p>
            <a:pPr>
              <a:defRPr/>
            </a:pPr>
            <a:fld id="{6FEA57C9-BF34-D30B-B2BB-E148FBDC1E4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3516108" name="Slide Image Placeholder 1"/>
          <p:cNvSpPr>
            <a:spLocks noChangeAspect="1" noGrp="1" noRot="1"/>
          </p:cNvSpPr>
          <p:nvPr>
            <p:ph type="sldImg"/>
          </p:nvPr>
        </p:nvSpPr>
        <p:spPr bwMode="auto"/>
      </p:sp>
      <p:sp>
        <p:nvSpPr>
          <p:cNvPr id="868496359" name="Notes Placeholder 2"/>
          <p:cNvSpPr>
            <a:spLocks noGrp="1"/>
          </p:cNvSpPr>
          <p:nvPr>
            <p:ph type="body" idx="1"/>
          </p:nvPr>
        </p:nvSpPr>
        <p:spPr bwMode="auto"/>
        <p:txBody>
          <a:bodyPr/>
          <a:lstStyle/>
          <a:p>
            <a:pPr>
              <a:defRPr/>
            </a:pPr>
            <a:endParaRPr/>
          </a:p>
        </p:txBody>
      </p:sp>
      <p:sp>
        <p:nvSpPr>
          <p:cNvPr id="1280940795" name="Slide Number Placeholder 3"/>
          <p:cNvSpPr>
            <a:spLocks noGrp="1"/>
          </p:cNvSpPr>
          <p:nvPr>
            <p:ph type="sldNum" sz="quarter" idx="10"/>
          </p:nvPr>
        </p:nvSpPr>
        <p:spPr bwMode="auto"/>
        <p:txBody>
          <a:bodyPr/>
          <a:lstStyle/>
          <a:p>
            <a:pPr>
              <a:defRPr/>
            </a:pPr>
            <a:fld id="{45729A74-4233-56F0-835C-07198CFE2CC5}"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7198954" name="Slide Image Placeholder 1"/>
          <p:cNvSpPr>
            <a:spLocks noChangeAspect="1" noGrp="1" noRot="1"/>
          </p:cNvSpPr>
          <p:nvPr>
            <p:ph type="sldImg"/>
          </p:nvPr>
        </p:nvSpPr>
        <p:spPr bwMode="auto"/>
      </p:sp>
      <p:sp>
        <p:nvSpPr>
          <p:cNvPr id="392821346" name="Notes Placeholder 2"/>
          <p:cNvSpPr>
            <a:spLocks noGrp="1"/>
          </p:cNvSpPr>
          <p:nvPr>
            <p:ph type="body" idx="1"/>
          </p:nvPr>
        </p:nvSpPr>
        <p:spPr bwMode="auto"/>
        <p:txBody>
          <a:bodyPr/>
          <a:lstStyle/>
          <a:p>
            <a:pPr>
              <a:defRPr/>
            </a:pPr>
            <a:endParaRPr/>
          </a:p>
        </p:txBody>
      </p:sp>
      <p:sp>
        <p:nvSpPr>
          <p:cNvPr id="438336687" name="Slide Number Placeholder 3"/>
          <p:cNvSpPr>
            <a:spLocks noGrp="1"/>
          </p:cNvSpPr>
          <p:nvPr>
            <p:ph type="sldNum" sz="quarter" idx="10"/>
          </p:nvPr>
        </p:nvSpPr>
        <p:spPr bwMode="auto"/>
        <p:txBody>
          <a:bodyPr/>
          <a:lstStyle/>
          <a:p>
            <a:pPr>
              <a:defRPr/>
            </a:pPr>
            <a:fld id="{BDEF99F9-E648-F54E-5E85-D39E648CE682}"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1855646" name="Slide Image Placeholder 1"/>
          <p:cNvSpPr>
            <a:spLocks noChangeAspect="1" noGrp="1" noRot="1"/>
          </p:cNvSpPr>
          <p:nvPr>
            <p:ph type="sldImg"/>
          </p:nvPr>
        </p:nvSpPr>
        <p:spPr bwMode="auto"/>
      </p:sp>
      <p:sp>
        <p:nvSpPr>
          <p:cNvPr id="1692955975" name="Notes Placeholder 2"/>
          <p:cNvSpPr>
            <a:spLocks noGrp="1"/>
          </p:cNvSpPr>
          <p:nvPr>
            <p:ph type="body" idx="1"/>
          </p:nvPr>
        </p:nvSpPr>
        <p:spPr bwMode="auto"/>
        <p:txBody>
          <a:bodyPr/>
          <a:lstStyle/>
          <a:p>
            <a:pPr>
              <a:defRPr/>
            </a:pPr>
            <a:endParaRPr/>
          </a:p>
        </p:txBody>
      </p:sp>
      <p:sp>
        <p:nvSpPr>
          <p:cNvPr id="797068918" name="Slide Number Placeholder 3"/>
          <p:cNvSpPr>
            <a:spLocks noGrp="1"/>
          </p:cNvSpPr>
          <p:nvPr>
            <p:ph type="sldNum" sz="quarter" idx="10"/>
          </p:nvPr>
        </p:nvSpPr>
        <p:spPr bwMode="auto"/>
        <p:txBody>
          <a:bodyPr/>
          <a:lstStyle/>
          <a:p>
            <a:pPr>
              <a:defRPr/>
            </a:pPr>
            <a:fld id="{F74F1F66-D3FB-4C0A-EC4D-C40FC990581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Titelbild">
    <p:bg>
      <p:bgRef idx="1001">
        <a:schemeClr val="bg2"/>
      </p:bgRef>
    </p:bg>
    <p:spTree>
      <p:nvGrpSpPr>
        <p:cNvPr id="1" name=""/>
        <p:cNvGrpSpPr/>
        <p:nvPr/>
      </p:nvGrpSpPr>
      <p:grpSpPr bwMode="auto">
        <a:xfrm>
          <a:off x="0" y="0"/>
          <a:ext cx="0" cy="0"/>
          <a:chOff x="0" y="0"/>
          <a:chExt cx="0" cy="0"/>
        </a:xfrm>
      </p:grpSpPr>
      <p:sp>
        <p:nvSpPr>
          <p:cNvPr id="1714548963" name="Textplatzhalter 167"/>
          <p:cNvSpPr>
            <a:spLocks noGrp="1"/>
          </p:cNvSpPr>
          <p:nvPr>
            <p:ph type="body" sz="quarter" idx="11" hasCustomPrompt="1"/>
          </p:nvPr>
        </p:nvSpPr>
        <p:spPr bwMode="auto">
          <a:xfrm>
            <a:off x="0" y="1628775"/>
            <a:ext cx="12192000" cy="5229225"/>
          </a:xfrm>
          <a:prstGeom prst="rect">
            <a:avLst/>
          </a:prstGeom>
          <a:gradFill>
            <a:gsLst>
              <a:gs pos="5000">
                <a:schemeClr val="accent4"/>
              </a:gs>
              <a:gs pos="50000">
                <a:schemeClr val="accent4">
                  <a:alpha val="50000"/>
                </a:schemeClr>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a:latin typeface="+mj-lt"/>
                <a:ea typeface="+mj-ea"/>
                <a:cs typeface="+mj-cs"/>
              </a:defRPr>
            </a:lvl1pPr>
          </a:lstStyle>
          <a:p>
            <a:pPr lvl="0">
              <a:spcBef>
                <a:spcPts val="0"/>
              </a:spcBef>
              <a:defRPr/>
            </a:pPr>
            <a:r>
              <a:rPr lang="de-DE"/>
              <a:t> </a:t>
            </a:r>
            <a:endParaRPr/>
          </a:p>
        </p:txBody>
      </p:sp>
      <p:sp>
        <p:nvSpPr>
          <p:cNvPr id="1133311646" name="Bildplatzhalter 60"/>
          <p:cNvSpPr>
            <a:spLocks noGrp="1"/>
          </p:cNvSpPr>
          <p:nvPr>
            <p:ph type="pic" sz="quarter" idx="10" hasCustomPrompt="1"/>
          </p:nvPr>
        </p:nvSpPr>
        <p:spPr bwMode="auto">
          <a:xfrm>
            <a:off x="0" y="1628775"/>
            <a:ext cx="12192000" cy="5229226"/>
          </a:xfrm>
          <a:prstGeom prst="rect">
            <a:avLst/>
          </a:prstGeom>
          <a:solidFill>
            <a:schemeClr val="tx1">
              <a:lumMod val="95000"/>
            </a:schemeClr>
          </a:solidFill>
        </p:spPr>
        <p:txBody>
          <a:bodyPr/>
          <a:lstStyle/>
          <a:p>
            <a:pPr>
              <a:defRPr/>
            </a:pPr>
            <a:r>
              <a:rPr lang="de-DE"/>
              <a:t> </a:t>
            </a:r>
            <a:endParaRPr/>
          </a:p>
        </p:txBody>
      </p:sp>
      <p:sp>
        <p:nvSpPr>
          <p:cNvPr id="75913147" name="Titel 1"/>
          <p:cNvSpPr>
            <a:spLocks noGrp="1"/>
          </p:cNvSpPr>
          <p:nvPr>
            <p:ph type="title" hasCustomPrompt="1"/>
          </p:nvPr>
        </p:nvSpPr>
        <p:spPr bwMode="auto">
          <a:xfrm>
            <a:off x="520163" y="2913731"/>
            <a:ext cx="4979505" cy="1030539"/>
          </a:xfrm>
        </p:spPr>
        <p:txBody>
          <a:bodyPr wrap="none" tIns="0" rIns="0"/>
          <a:lstStyle>
            <a:lvl1pPr algn="l">
              <a:lnSpc>
                <a:spcPct val="110000"/>
              </a:lnSpc>
              <a:defRPr sz="6600">
                <a:solidFill>
                  <a:schemeClr val="tx1"/>
                </a:solidFill>
              </a:defRPr>
            </a:lvl1pPr>
          </a:lstStyle>
          <a:p>
            <a:pPr>
              <a:defRPr/>
            </a:pPr>
            <a:r>
              <a:rPr lang="de-DE"/>
              <a:t>Willkommen</a:t>
            </a:r>
            <a:endParaRPr/>
          </a:p>
        </p:txBody>
      </p:sp>
      <p:sp>
        <p:nvSpPr>
          <p:cNvPr id="628890564" name="Rechteck 55"/>
          <p:cNvSpPr/>
          <p:nvPr userDrawn="1"/>
        </p:nvSpPr>
        <p:spPr bwMode="auto">
          <a:xfrm>
            <a:off x="518400" y="1196733"/>
            <a:ext cx="11676061"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grpSp>
        <p:nvGrpSpPr>
          <p:cNvPr id="1202253605" name="Gruppieren 56"/>
          <p:cNvGrpSpPr/>
          <p:nvPr userDrawn="1"/>
        </p:nvGrpSpPr>
        <p:grpSpPr bwMode="auto">
          <a:xfrm>
            <a:off x="-390525" y="160153"/>
            <a:ext cx="333375" cy="136812"/>
            <a:chOff x="-133350" y="2711163"/>
            <a:chExt cx="333375" cy="136812"/>
          </a:xfrm>
        </p:grpSpPr>
        <p:cxnSp>
          <p:nvCxnSpPr>
            <p:cNvPr id="58" name="Gerader Verbinder 57"/>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p:cNvSpPr txBox="1"/>
            <p:nvPr userDrawn="1"/>
          </p:nvSpPr>
          <p:spPr bwMode="auto">
            <a:xfrm>
              <a:off x="-96506" y="2711163"/>
              <a:ext cx="259686"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08,70</a:t>
              </a:r>
              <a:endParaRPr/>
            </a:p>
          </p:txBody>
        </p:sp>
      </p:grpSp>
      <p:grpSp>
        <p:nvGrpSpPr>
          <p:cNvPr id="381784718" name="Gruppieren 59"/>
          <p:cNvGrpSpPr/>
          <p:nvPr userDrawn="1"/>
        </p:nvGrpSpPr>
        <p:grpSpPr bwMode="auto">
          <a:xfrm>
            <a:off x="-390525" y="1131703"/>
            <a:ext cx="333375" cy="136812"/>
            <a:chOff x="-133350" y="2711163"/>
            <a:chExt cx="333375" cy="136812"/>
          </a:xfrm>
        </p:grpSpPr>
        <p:cxnSp>
          <p:nvCxnSpPr>
            <p:cNvPr id="61" name="Gerader Verbinder 60"/>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06,00</a:t>
              </a:r>
              <a:endParaRPr/>
            </a:p>
          </p:txBody>
        </p:sp>
      </p:grpSp>
      <p:grpSp>
        <p:nvGrpSpPr>
          <p:cNvPr id="343154489" name="Gruppieren 62"/>
          <p:cNvGrpSpPr/>
          <p:nvPr userDrawn="1"/>
        </p:nvGrpSpPr>
        <p:grpSpPr bwMode="auto">
          <a:xfrm>
            <a:off x="-390525" y="1491963"/>
            <a:ext cx="333375" cy="136812"/>
            <a:chOff x="-133350" y="2711163"/>
            <a:chExt cx="333375" cy="136812"/>
          </a:xfrm>
        </p:grpSpPr>
        <p:cxnSp>
          <p:nvCxnSpPr>
            <p:cNvPr id="64" name="Gerader Verbinder 63"/>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05,00</a:t>
              </a:r>
              <a:endParaRPr/>
            </a:p>
          </p:txBody>
        </p:sp>
      </p:grpSp>
      <p:grpSp>
        <p:nvGrpSpPr>
          <p:cNvPr id="2080699754" name="Gruppieren 65"/>
          <p:cNvGrpSpPr/>
          <p:nvPr userDrawn="1"/>
        </p:nvGrpSpPr>
        <p:grpSpPr bwMode="auto">
          <a:xfrm>
            <a:off x="-390525" y="3292188"/>
            <a:ext cx="333375" cy="136812"/>
            <a:chOff x="-133350" y="2711163"/>
            <a:chExt cx="333375" cy="136812"/>
          </a:xfrm>
        </p:grpSpPr>
        <p:cxnSp>
          <p:nvCxnSpPr>
            <p:cNvPr id="67" name="Gerader Verbinder 66"/>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00,00</a:t>
              </a:r>
              <a:endParaRPr/>
            </a:p>
          </p:txBody>
        </p:sp>
      </p:grpSp>
      <p:grpSp>
        <p:nvGrpSpPr>
          <p:cNvPr id="1169515677" name="Gruppieren 68"/>
          <p:cNvGrpSpPr/>
          <p:nvPr userDrawn="1"/>
        </p:nvGrpSpPr>
        <p:grpSpPr bwMode="auto">
          <a:xfrm>
            <a:off x="-390525" y="6063963"/>
            <a:ext cx="333375" cy="136812"/>
            <a:chOff x="-133350" y="2711163"/>
            <a:chExt cx="333375" cy="136812"/>
          </a:xfrm>
        </p:grpSpPr>
        <p:cxnSp>
          <p:nvCxnSpPr>
            <p:cNvPr id="70" name="Gerader Verbinder 69"/>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p:cNvSpPr txBox="1"/>
            <p:nvPr userDrawn="1"/>
          </p:nvSpPr>
          <p:spPr bwMode="auto">
            <a:xfrm>
              <a:off x="-96504"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07,70</a:t>
              </a:r>
              <a:endParaRPr/>
            </a:p>
          </p:txBody>
        </p:sp>
      </p:grpSp>
      <p:grpSp>
        <p:nvGrpSpPr>
          <p:cNvPr id="1240216616" name="Gruppieren 71"/>
          <p:cNvGrpSpPr/>
          <p:nvPr userDrawn="1"/>
        </p:nvGrpSpPr>
        <p:grpSpPr bwMode="auto">
          <a:xfrm>
            <a:off x="-390525" y="6495763"/>
            <a:ext cx="333375" cy="136812"/>
            <a:chOff x="-133350" y="2711163"/>
            <a:chExt cx="333375" cy="136812"/>
          </a:xfrm>
        </p:grpSpPr>
        <p:cxnSp>
          <p:nvCxnSpPr>
            <p:cNvPr id="73" name="Gerader Verbinder 72"/>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p:cNvSpPr txBox="1"/>
            <p:nvPr userDrawn="1"/>
          </p:nvSpPr>
          <p:spPr bwMode="auto">
            <a:xfrm>
              <a:off x="-96503"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08,90</a:t>
              </a:r>
              <a:endParaRPr/>
            </a:p>
          </p:txBody>
        </p:sp>
      </p:grpSp>
      <p:grpSp>
        <p:nvGrpSpPr>
          <p:cNvPr id="904337498" name="Gruppieren 74"/>
          <p:cNvGrpSpPr/>
          <p:nvPr userDrawn="1"/>
        </p:nvGrpSpPr>
        <p:grpSpPr bwMode="auto">
          <a:xfrm rot="16199998">
            <a:off x="281643" y="-299136"/>
            <a:ext cx="333375" cy="136808"/>
            <a:chOff x="-133350" y="2711167"/>
            <a:chExt cx="333375" cy="136808"/>
          </a:xfrm>
        </p:grpSpPr>
        <p:cxnSp>
          <p:nvCxnSpPr>
            <p:cNvPr id="76" name="Gerader Verbinder 75"/>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p:cNvSpPr txBox="1"/>
            <p:nvPr userDrawn="1"/>
          </p:nvSpPr>
          <p:spPr bwMode="auto">
            <a:xfrm>
              <a:off x="-96507" y="2711167"/>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346295036" name="Gruppieren 77"/>
          <p:cNvGrpSpPr/>
          <p:nvPr userDrawn="1"/>
        </p:nvGrpSpPr>
        <p:grpSpPr bwMode="auto">
          <a:xfrm rot="16199998">
            <a:off x="5752962" y="-299136"/>
            <a:ext cx="333375" cy="136804"/>
            <a:chOff x="-133350" y="2711171"/>
            <a:chExt cx="333375" cy="136804"/>
          </a:xfrm>
        </p:grpSpPr>
        <p:cxnSp>
          <p:nvCxnSpPr>
            <p:cNvPr id="79" name="Gerader Verbinder 78"/>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p:cNvSpPr txBox="1"/>
            <p:nvPr userDrawn="1"/>
          </p:nvSpPr>
          <p:spPr bwMode="auto">
            <a:xfrm>
              <a:off x="-96504" y="271117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grpSp>
        <p:nvGrpSpPr>
          <p:cNvPr id="1984768597" name="Gruppieren 80"/>
          <p:cNvGrpSpPr/>
          <p:nvPr userDrawn="1"/>
        </p:nvGrpSpPr>
        <p:grpSpPr bwMode="auto">
          <a:xfrm>
            <a:off x="6203950" y="-397424"/>
            <a:ext cx="124906" cy="333375"/>
            <a:chOff x="6416680" y="-397424"/>
            <a:chExt cx="124906" cy="333375"/>
          </a:xfrm>
        </p:grpSpPr>
        <p:cxnSp>
          <p:nvCxnSpPr>
            <p:cNvPr id="82" name="Gerader Verbinder 81"/>
            <p:cNvCxnSpPr/>
            <p:nvPr userDrawn="1"/>
          </p:nvCxnSpPr>
          <p:spPr bwMode="auto">
            <a:xfrm rot="16199998">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p:cNvSpPr txBox="1"/>
            <p:nvPr userDrawn="1"/>
          </p:nvSpPr>
          <p:spPr bwMode="auto">
            <a:xfrm rot="16199998">
              <a:off x="6349289" y="-29319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cxnSp>
        <p:nvCxnSpPr>
          <p:cNvPr id="2002461440" name="Gerader Verbinder 83"/>
          <p:cNvCxnSpPr/>
          <p:nvPr userDrawn="1"/>
        </p:nvCxnSpPr>
        <p:spPr bwMode="auto">
          <a:xfrm rot="16199998">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624611211" name="Gruppieren 84"/>
          <p:cNvGrpSpPr/>
          <p:nvPr userDrawn="1"/>
        </p:nvGrpSpPr>
        <p:grpSpPr bwMode="auto">
          <a:xfrm rot="16199998">
            <a:off x="11447325" y="-299139"/>
            <a:ext cx="333375" cy="136800"/>
            <a:chOff x="-133350" y="2711175"/>
            <a:chExt cx="333375" cy="136800"/>
          </a:xfrm>
        </p:grpSpPr>
        <p:cxnSp>
          <p:nvCxnSpPr>
            <p:cNvPr id="86" name="Gerader Verbinder 85"/>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p:cNvSpPr txBox="1"/>
            <p:nvPr userDrawn="1"/>
          </p:nvSpPr>
          <p:spPr bwMode="auto">
            <a:xfrm>
              <a:off x="-96501" y="2711175"/>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2007571197" name="Gruppieren 2"/>
          <p:cNvGrpSpPr/>
          <p:nvPr userDrawn="1"/>
        </p:nvGrpSpPr>
        <p:grpSpPr bwMode="auto">
          <a:xfrm>
            <a:off x="510639" y="293096"/>
            <a:ext cx="2388067" cy="301237"/>
            <a:chOff x="510639" y="293688"/>
            <a:chExt cx="2594512" cy="327279"/>
          </a:xfrm>
        </p:grpSpPr>
        <p:sp>
          <p:nvSpPr>
            <p:cNvPr id="140" name="Freihandform: Form 139"/>
            <p:cNvSpPr/>
            <p:nvPr/>
          </p:nvSpPr>
          <p:spPr bwMode="auto">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fill="norm" stroke="1" extrusionOk="0">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pPr>
                <a:defRPr/>
              </a:pPr>
              <a:endParaRPr lang="de-DE"/>
            </a:p>
          </p:txBody>
        </p:sp>
        <p:sp>
          <p:nvSpPr>
            <p:cNvPr id="141" name="Freihandform: Form 140"/>
            <p:cNvSpPr/>
            <p:nvPr/>
          </p:nvSpPr>
          <p:spPr bwMode="auto">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42" name="Freihandform: Form 141"/>
            <p:cNvSpPr/>
            <p:nvPr/>
          </p:nvSpPr>
          <p:spPr bwMode="auto">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143" name="Freihandform: Form 142"/>
            <p:cNvSpPr/>
            <p:nvPr/>
          </p:nvSpPr>
          <p:spPr bwMode="auto">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pPr>
                <a:defRPr/>
              </a:pPr>
              <a:endParaRPr lang="de-DE"/>
            </a:p>
          </p:txBody>
        </p:sp>
        <p:sp>
          <p:nvSpPr>
            <p:cNvPr id="144" name="Freihandform: Form 143"/>
            <p:cNvSpPr/>
            <p:nvPr/>
          </p:nvSpPr>
          <p:spPr bwMode="auto">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fill="norm" stroke="1" extrusionOk="0">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pPr>
                <a:defRPr/>
              </a:pPr>
              <a:endParaRPr lang="de-DE"/>
            </a:p>
          </p:txBody>
        </p:sp>
        <p:sp>
          <p:nvSpPr>
            <p:cNvPr id="145" name="Freihandform: Form 144"/>
            <p:cNvSpPr/>
            <p:nvPr/>
          </p:nvSpPr>
          <p:spPr bwMode="auto">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46" name="Freihandform: Form 145"/>
            <p:cNvSpPr/>
            <p:nvPr/>
          </p:nvSpPr>
          <p:spPr bwMode="auto">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pPr>
                <a:defRPr/>
              </a:pPr>
              <a:endParaRPr lang="de-DE"/>
            </a:p>
          </p:txBody>
        </p:sp>
        <p:sp>
          <p:nvSpPr>
            <p:cNvPr id="147" name="Freihandform: Form 146"/>
            <p:cNvSpPr/>
            <p:nvPr/>
          </p:nvSpPr>
          <p:spPr bwMode="auto">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fill="norm" stroke="1" extrusionOk="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pPr>
                <a:defRPr/>
              </a:pPr>
              <a:endParaRPr lang="de-DE"/>
            </a:p>
          </p:txBody>
        </p:sp>
        <p:sp>
          <p:nvSpPr>
            <p:cNvPr id="148" name="Freihandform: Form 147"/>
            <p:cNvSpPr/>
            <p:nvPr/>
          </p:nvSpPr>
          <p:spPr bwMode="auto">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fill="norm" stroke="1" extrusionOk="0">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pPr>
                <a:defRPr/>
              </a:pPr>
              <a:endParaRPr lang="de-DE"/>
            </a:p>
          </p:txBody>
        </p:sp>
        <p:sp>
          <p:nvSpPr>
            <p:cNvPr id="149" name="Freihandform: Form 148"/>
            <p:cNvSpPr/>
            <p:nvPr/>
          </p:nvSpPr>
          <p:spPr bwMode="auto">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fill="norm" stroke="1" extrusionOk="0">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pPr>
                <a:defRPr/>
              </a:pPr>
              <a:endParaRPr lang="de-DE"/>
            </a:p>
          </p:txBody>
        </p:sp>
        <p:sp>
          <p:nvSpPr>
            <p:cNvPr id="150" name="Freihandform: Form 149"/>
            <p:cNvSpPr/>
            <p:nvPr/>
          </p:nvSpPr>
          <p:spPr bwMode="auto">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fill="norm" stroke="1" extrusionOk="0">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pPr>
                <a:defRPr/>
              </a:pPr>
              <a:endParaRPr lang="de-DE"/>
            </a:p>
          </p:txBody>
        </p:sp>
        <p:sp>
          <p:nvSpPr>
            <p:cNvPr id="151" name="Freihandform: Form 150"/>
            <p:cNvSpPr/>
            <p:nvPr/>
          </p:nvSpPr>
          <p:spPr bwMode="auto">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fill="norm" stroke="1" extrusionOk="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pPr>
                <a:defRPr/>
              </a:pPr>
              <a:endParaRPr lang="de-DE"/>
            </a:p>
          </p:txBody>
        </p:sp>
        <p:sp>
          <p:nvSpPr>
            <p:cNvPr id="152" name="Freihandform: Form 151"/>
            <p:cNvSpPr/>
            <p:nvPr/>
          </p:nvSpPr>
          <p:spPr bwMode="auto">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53" name="Freihandform: Form 152"/>
            <p:cNvSpPr/>
            <p:nvPr/>
          </p:nvSpPr>
          <p:spPr bwMode="auto">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fill="norm" stroke="1" extrusionOk="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pPr>
                <a:defRPr/>
              </a:pPr>
              <a:endParaRPr lang="de-DE"/>
            </a:p>
          </p:txBody>
        </p:sp>
        <p:sp>
          <p:nvSpPr>
            <p:cNvPr id="154" name="Freihandform: Form 153"/>
            <p:cNvSpPr/>
            <p:nvPr/>
          </p:nvSpPr>
          <p:spPr bwMode="auto">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fill="norm" stroke="1" extrusionOk="0">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pPr>
                <a:defRPr/>
              </a:pPr>
              <a:endParaRPr lang="de-DE"/>
            </a:p>
          </p:txBody>
        </p:sp>
        <p:sp>
          <p:nvSpPr>
            <p:cNvPr id="155" name="Freihandform: Form 154"/>
            <p:cNvSpPr/>
            <p:nvPr/>
          </p:nvSpPr>
          <p:spPr bwMode="auto">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fill="norm" stroke="1" extrusionOk="0">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pPr>
                <a:defRPr/>
              </a:pPr>
              <a:endParaRPr lang="de-DE"/>
            </a:p>
          </p:txBody>
        </p:sp>
        <p:sp>
          <p:nvSpPr>
            <p:cNvPr id="156" name="Freihandform: Form 155"/>
            <p:cNvSpPr/>
            <p:nvPr/>
          </p:nvSpPr>
          <p:spPr bwMode="auto">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fill="norm" stroke="1" extrusionOk="0">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pPr>
                <a:defRPr/>
              </a:pPr>
              <a:endParaRPr lang="de-DE"/>
            </a:p>
          </p:txBody>
        </p:sp>
        <p:sp>
          <p:nvSpPr>
            <p:cNvPr id="157" name="Freihandform: Form 156"/>
            <p:cNvSpPr/>
            <p:nvPr/>
          </p:nvSpPr>
          <p:spPr bwMode="auto">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58" name="Freihandform: Form 157"/>
            <p:cNvSpPr/>
            <p:nvPr/>
          </p:nvSpPr>
          <p:spPr bwMode="auto">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59" name="Freihandform: Form 158"/>
            <p:cNvSpPr/>
            <p:nvPr/>
          </p:nvSpPr>
          <p:spPr bwMode="auto">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fill="norm" stroke="1" extrusionOk="0">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pPr>
                <a:defRPr/>
              </a:pPr>
              <a:endParaRPr lang="de-DE"/>
            </a:p>
          </p:txBody>
        </p:sp>
        <p:sp>
          <p:nvSpPr>
            <p:cNvPr id="160" name="Freihandform: Form 159"/>
            <p:cNvSpPr/>
            <p:nvPr/>
          </p:nvSpPr>
          <p:spPr bwMode="auto">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fill="norm" stroke="1" extrusionOk="0">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pPr>
                <a:defRPr/>
              </a:pPr>
              <a:endParaRPr lang="de-DE"/>
            </a:p>
          </p:txBody>
        </p:sp>
        <p:sp>
          <p:nvSpPr>
            <p:cNvPr id="161" name="Freihandform: Form 160"/>
            <p:cNvSpPr/>
            <p:nvPr/>
          </p:nvSpPr>
          <p:spPr bwMode="auto">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fill="norm" stroke="1" extrusionOk="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pPr>
                <a:defRPr/>
              </a:pPr>
              <a:endParaRPr lang="de-DE"/>
            </a:p>
          </p:txBody>
        </p:sp>
        <p:sp>
          <p:nvSpPr>
            <p:cNvPr id="162" name="Freihandform: Form 161"/>
            <p:cNvSpPr/>
            <p:nvPr/>
          </p:nvSpPr>
          <p:spPr bwMode="auto">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163" name="Freihandform: Form 162"/>
            <p:cNvSpPr/>
            <p:nvPr/>
          </p:nvSpPr>
          <p:spPr bwMode="auto">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fill="norm" stroke="1" extrusionOk="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pPr>
                <a:defRPr/>
              </a:pPr>
              <a:endParaRPr lang="de-DE"/>
            </a:p>
          </p:txBody>
        </p:sp>
        <p:sp>
          <p:nvSpPr>
            <p:cNvPr id="164" name="Freihandform: Form 163"/>
            <p:cNvSpPr/>
            <p:nvPr/>
          </p:nvSpPr>
          <p:spPr bwMode="auto">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66" name="Freihandform: Form 165"/>
            <p:cNvSpPr/>
            <p:nvPr/>
          </p:nvSpPr>
          <p:spPr bwMode="auto">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67" name="Freihandform: Form 166"/>
            <p:cNvSpPr/>
            <p:nvPr/>
          </p:nvSpPr>
          <p:spPr bwMode="auto">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fill="norm" stroke="1" extrusionOk="0">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pPr>
                <a:defRPr/>
              </a:pPr>
              <a:endParaRPr lang="de-DE"/>
            </a:p>
          </p:txBody>
        </p:sp>
        <p:sp>
          <p:nvSpPr>
            <p:cNvPr id="169" name="Freihandform: Form 168"/>
            <p:cNvSpPr/>
            <p:nvPr/>
          </p:nvSpPr>
          <p:spPr bwMode="auto">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170" name="Freihandform: Form 169"/>
            <p:cNvSpPr/>
            <p:nvPr/>
          </p:nvSpPr>
          <p:spPr bwMode="auto">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fill="norm" stroke="1" extrusionOk="0">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pPr>
                <a:defRPr/>
              </a:pPr>
              <a:endParaRPr lang="de-DE"/>
            </a:p>
          </p:txBody>
        </p:sp>
        <p:sp>
          <p:nvSpPr>
            <p:cNvPr id="171" name="Freihandform: Form 170"/>
            <p:cNvSpPr/>
            <p:nvPr/>
          </p:nvSpPr>
          <p:spPr bwMode="auto">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fill="norm" stroke="1" extrusionOk="0">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pPr>
                <a:defRPr/>
              </a:pPr>
              <a:endParaRPr lang="de-DE"/>
            </a:p>
          </p:txBody>
        </p:sp>
        <p:sp>
          <p:nvSpPr>
            <p:cNvPr id="172" name="Freihandform: Form 171"/>
            <p:cNvSpPr/>
            <p:nvPr/>
          </p:nvSpPr>
          <p:spPr bwMode="auto">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fill="norm" stroke="1" extrusionOk="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pPr>
                <a:defRPr/>
              </a:pPr>
              <a:endParaRPr lang="de-DE"/>
            </a:p>
          </p:txBody>
        </p:sp>
        <p:sp>
          <p:nvSpPr>
            <p:cNvPr id="173" name="Freihandform: Form 172"/>
            <p:cNvSpPr/>
            <p:nvPr/>
          </p:nvSpPr>
          <p:spPr bwMode="auto">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fill="norm" stroke="1" extrusionOk="0">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pPr>
                <a:defRPr/>
              </a:pPr>
              <a:endParaRPr lang="de-DE"/>
            </a:p>
          </p:txBody>
        </p:sp>
        <p:sp>
          <p:nvSpPr>
            <p:cNvPr id="174" name="Freihandform: Form 173"/>
            <p:cNvSpPr/>
            <p:nvPr/>
          </p:nvSpPr>
          <p:spPr bwMode="auto">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pPr>
                <a:defRPr/>
              </a:pPr>
              <a:endParaRPr lang="de-DE"/>
            </a:p>
          </p:txBody>
        </p:sp>
        <p:sp>
          <p:nvSpPr>
            <p:cNvPr id="175" name="Freihandform: Form 174"/>
            <p:cNvSpPr/>
            <p:nvPr/>
          </p:nvSpPr>
          <p:spPr bwMode="auto">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fill="norm" stroke="1" extrusionOk="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pPr>
                <a:defRPr/>
              </a:pPr>
              <a:endParaRPr lang="de-DE"/>
            </a:p>
          </p:txBody>
        </p:sp>
        <p:sp>
          <p:nvSpPr>
            <p:cNvPr id="176" name="Freihandform: Form 175"/>
            <p:cNvSpPr/>
            <p:nvPr/>
          </p:nvSpPr>
          <p:spPr bwMode="auto">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fill="norm" stroke="1" extrusionOk="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pPr>
                <a:defRPr/>
              </a:pPr>
              <a:endParaRPr lang="de-DE"/>
            </a:p>
          </p:txBody>
        </p:sp>
        <p:sp>
          <p:nvSpPr>
            <p:cNvPr id="177" name="Freihandform: Form 176"/>
            <p:cNvSpPr/>
            <p:nvPr/>
          </p:nvSpPr>
          <p:spPr bwMode="auto">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fill="norm" stroke="1" extrusionOk="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pPr>
                <a:defRPr/>
              </a:pPr>
              <a:endParaRPr lang="de-DE"/>
            </a:p>
          </p:txBody>
        </p:sp>
        <p:sp>
          <p:nvSpPr>
            <p:cNvPr id="178" name="Freihandform: Form 177"/>
            <p:cNvSpPr/>
            <p:nvPr/>
          </p:nvSpPr>
          <p:spPr bwMode="auto">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fill="norm" stroke="1" extrusionOk="0">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pPr>
                <a:defRPr/>
              </a:pPr>
              <a:endParaRPr lang="de-DE"/>
            </a:p>
          </p:txBody>
        </p:sp>
        <p:sp>
          <p:nvSpPr>
            <p:cNvPr id="179" name="Freihandform: Form 178"/>
            <p:cNvSpPr/>
            <p:nvPr/>
          </p:nvSpPr>
          <p:spPr bwMode="auto">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fill="norm" stroke="1" extrusionOk="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pPr>
                <a:defRPr/>
              </a:pPr>
              <a:endParaRPr lang="de-DE"/>
            </a:p>
          </p:txBody>
        </p:sp>
        <p:sp>
          <p:nvSpPr>
            <p:cNvPr id="180" name="Freihandform: Form 179"/>
            <p:cNvSpPr/>
            <p:nvPr/>
          </p:nvSpPr>
          <p:spPr bwMode="auto">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fill="norm" stroke="1" extrusionOk="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pPr>
                <a:defRPr/>
              </a:pPr>
              <a:endParaRPr lang="de-DE"/>
            </a:p>
          </p:txBody>
        </p:sp>
        <p:sp>
          <p:nvSpPr>
            <p:cNvPr id="181" name="Freihandform: Form 180"/>
            <p:cNvSpPr/>
            <p:nvPr/>
          </p:nvSpPr>
          <p:spPr bwMode="auto">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fill="norm" stroke="1" extrusionOk="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pPr>
                <a:defRPr/>
              </a:pPr>
              <a:endParaRPr lang="de-DE"/>
            </a:p>
          </p:txBody>
        </p:sp>
        <p:sp>
          <p:nvSpPr>
            <p:cNvPr id="182" name="Freihandform: Form 181"/>
            <p:cNvSpPr/>
            <p:nvPr/>
          </p:nvSpPr>
          <p:spPr bwMode="auto">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pPr>
                <a:defRPr/>
              </a:pPr>
              <a:endParaRPr lang="de-DE"/>
            </a:p>
          </p:txBody>
        </p:sp>
        <p:sp>
          <p:nvSpPr>
            <p:cNvPr id="183" name="Freihandform: Form 182"/>
            <p:cNvSpPr/>
            <p:nvPr/>
          </p:nvSpPr>
          <p:spPr bwMode="auto">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fill="norm" stroke="1" extrusionOk="0">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pPr>
                <a:defRPr/>
              </a:pPr>
              <a:endParaRPr lang="de-DE"/>
            </a:p>
          </p:txBody>
        </p:sp>
        <p:sp>
          <p:nvSpPr>
            <p:cNvPr id="184" name="Freihandform: Form 183"/>
            <p:cNvSpPr/>
            <p:nvPr/>
          </p:nvSpPr>
          <p:spPr bwMode="auto">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fill="norm" stroke="1" extrusionOk="0">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pPr>
                <a:defRPr/>
              </a:pPr>
              <a:endParaRPr lang="de-DE"/>
            </a:p>
          </p:txBody>
        </p:sp>
        <p:sp>
          <p:nvSpPr>
            <p:cNvPr id="185" name="Freihandform: Form 184"/>
            <p:cNvSpPr/>
            <p:nvPr/>
          </p:nvSpPr>
          <p:spPr bwMode="auto">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fill="norm" stroke="1" extrusionOk="0">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pPr>
                <a:defRPr/>
              </a:pPr>
              <a:endParaRPr lang="de-DE"/>
            </a:p>
          </p:txBody>
        </p:sp>
        <p:sp>
          <p:nvSpPr>
            <p:cNvPr id="186" name="Freihandform: Form 185"/>
            <p:cNvSpPr/>
            <p:nvPr/>
          </p:nvSpPr>
          <p:spPr bwMode="auto">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fill="norm" stroke="1" extrusionOk="0">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pPr>
                <a:defRPr/>
              </a:pPr>
              <a:endParaRPr lang="de-DE"/>
            </a:p>
          </p:txBody>
        </p:sp>
        <p:sp>
          <p:nvSpPr>
            <p:cNvPr id="187" name="Freihandform: Form 186"/>
            <p:cNvSpPr/>
            <p:nvPr/>
          </p:nvSpPr>
          <p:spPr bwMode="auto">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fill="norm" stroke="1" extrusionOk="0">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pPr>
                <a:defRPr/>
              </a:pPr>
              <a:endParaRPr lang="de-DE"/>
            </a:p>
          </p:txBody>
        </p:sp>
        <p:sp>
          <p:nvSpPr>
            <p:cNvPr id="188" name="Freihandform: Form 187"/>
            <p:cNvSpPr/>
            <p:nvPr/>
          </p:nvSpPr>
          <p:spPr bwMode="auto">
            <a:xfrm>
              <a:off x="1905021" y="500119"/>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fill="norm" stroke="1" extrusionOk="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pPr>
                <a:defRPr/>
              </a:pPr>
              <a:endParaRPr lang="de-DE"/>
            </a:p>
          </p:txBody>
        </p:sp>
        <p:sp>
          <p:nvSpPr>
            <p:cNvPr id="189" name="Freihandform: Form 188"/>
            <p:cNvSpPr/>
            <p:nvPr/>
          </p:nvSpPr>
          <p:spPr bwMode="auto">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fill="norm" stroke="1" extrusionOk="0">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pPr>
                <a:defRPr/>
              </a:pPr>
              <a:endParaRPr lang="de-DE"/>
            </a:p>
          </p:txBody>
        </p:sp>
        <p:sp>
          <p:nvSpPr>
            <p:cNvPr id="190" name="Freihandform: Form 189"/>
            <p:cNvSpPr/>
            <p:nvPr/>
          </p:nvSpPr>
          <p:spPr bwMode="auto">
            <a:xfrm>
              <a:off x="2069462" y="500119"/>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fill="norm" stroke="1" extrusionOk="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pPr>
                <a:defRPr/>
              </a:pPr>
              <a:endParaRPr lang="de-DE"/>
            </a:p>
          </p:txBody>
        </p:sp>
      </p:grpSp>
      <p:sp>
        <p:nvSpPr>
          <p:cNvPr id="357178217" name="Freihandform: Form 87"/>
          <p:cNvSpPr/>
          <p:nvPr userDrawn="1"/>
        </p:nvSpPr>
        <p:spPr bwMode="auto">
          <a:xfrm>
            <a:off x="1033773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fill="norm" stroke="1" extrusionOk="0">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pPr>
              <a:defRPr/>
            </a:pPr>
            <a:endParaRPr lang="de-DE"/>
          </a:p>
        </p:txBody>
      </p:sp>
      <p:pic>
        <p:nvPicPr>
          <p:cNvPr id="1503040665" name="Grafik 3"/>
          <p:cNvPicPr>
            <a:picLocks noChangeAspect="1"/>
          </p:cNvPicPr>
          <p:nvPr userDrawn="1"/>
        </p:nvPicPr>
        <p:blipFill rotWithShape="1">
          <a:blip r:embed="rId2"/>
          <a:stretch/>
        </p:blipFill>
        <p:spPr bwMode="auto">
          <a:xfrm>
            <a:off x="8581493" y="300704"/>
            <a:ext cx="1543659" cy="541185"/>
          </a:xfrm>
          <a:prstGeom prst="rect">
            <a:avLst/>
          </a:prstGeom>
        </p:spPr>
      </p:pic>
      <p:sp>
        <p:nvSpPr>
          <p:cNvPr id="1969498146" name="Bildplatzhalter 5"/>
          <p:cNvSpPr>
            <a:spLocks noGrp="1"/>
          </p:cNvSpPr>
          <p:nvPr>
            <p:ph type="pic" sz="quarter" idx="12"/>
          </p:nvPr>
        </p:nvSpPr>
        <p:spPr bwMode="auto">
          <a:xfrm>
            <a:off x="6524462" y="300704"/>
            <a:ext cx="1731896" cy="535987"/>
          </a:xfrm>
        </p:spPr>
        <p:txBody>
          <a:bodyPr/>
          <a:lstStyle/>
          <a:p>
            <a:pPr>
              <a:defRPr/>
            </a:pPr>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Agenda">
    <p:spTree>
      <p:nvGrpSpPr>
        <p:cNvPr id="1" name=""/>
        <p:cNvGrpSpPr/>
        <p:nvPr/>
      </p:nvGrpSpPr>
      <p:grpSpPr bwMode="auto">
        <a:xfrm>
          <a:off x="0" y="0"/>
          <a:ext cx="0" cy="0"/>
          <a:chOff x="0" y="0"/>
          <a:chExt cx="0" cy="0"/>
        </a:xfrm>
      </p:grpSpPr>
      <p:sp>
        <p:nvSpPr>
          <p:cNvPr id="455270804" name="Datumsplatzhalter 2"/>
          <p:cNvSpPr>
            <a:spLocks noGrp="1"/>
          </p:cNvSpPr>
          <p:nvPr>
            <p:ph type="dt" sz="half" idx="10"/>
          </p:nvPr>
        </p:nvSpPr>
        <p:spPr bwMode="auto"/>
        <p:txBody>
          <a:bodyPr/>
          <a:lstStyle/>
          <a:p>
            <a:pPr>
              <a:defRPr/>
            </a:pPr>
            <a:fld id="{F8D2C6F2-BFE9-4DA1-8335-8212BBEBDEDB}" type="datetime4">
              <a:rPr lang="de-DE"/>
              <a:t>3. August 2026</a:t>
            </a:fld>
            <a:endParaRPr lang="de-DE"/>
          </a:p>
        </p:txBody>
      </p:sp>
      <p:sp>
        <p:nvSpPr>
          <p:cNvPr id="614147650" name="Fußzeilenplatzhalter 3"/>
          <p:cNvSpPr>
            <a:spLocks noGrp="1"/>
          </p:cNvSpPr>
          <p:nvPr>
            <p:ph type="ftr" sz="quarter" idx="11"/>
          </p:nvPr>
        </p:nvSpPr>
        <p:spPr bwMode="auto"/>
        <p:txBody>
          <a:bodyPr/>
          <a:lstStyle/>
          <a:p>
            <a:pPr>
              <a:defRPr/>
            </a:pPr>
            <a:r>
              <a:rPr lang="de-DE"/>
              <a:t>Technische Fakultät</a:t>
            </a:r>
            <a:endParaRPr lang="de-DE"/>
          </a:p>
        </p:txBody>
      </p:sp>
      <p:sp>
        <p:nvSpPr>
          <p:cNvPr id="840067461" name="Foliennummernplatzhalter 4"/>
          <p:cNvSpPr>
            <a:spLocks noGrp="1"/>
          </p:cNvSpPr>
          <p:nvPr>
            <p:ph type="sldNum" sz="quarter" idx="12"/>
          </p:nvPr>
        </p:nvSpPr>
        <p:spPr bwMode="auto"/>
        <p:txBody>
          <a:bodyPr/>
          <a:lstStyle/>
          <a:p>
            <a:pPr>
              <a:defRPr/>
            </a:pPr>
            <a:fld id="{D949F9DF-37BD-4CD6-BF49-65BA579E1D7A}" type="slidenum">
              <a:rPr lang="de-DE"/>
              <a:t>2</a:t>
            </a:fld>
            <a:endParaRPr lang="de-DE"/>
          </a:p>
        </p:txBody>
      </p:sp>
      <p:sp>
        <p:nvSpPr>
          <p:cNvPr id="578947850" name="Textplatzhalter 6"/>
          <p:cNvSpPr>
            <a:spLocks noGrp="1"/>
          </p:cNvSpPr>
          <p:nvPr>
            <p:ph type="body" sz="quarter" idx="15" hasCustomPrompt="1"/>
          </p:nvPr>
        </p:nvSpPr>
        <p:spPr bwMode="auto">
          <a:xfrm>
            <a:off x="948060" y="2354711"/>
            <a:ext cx="5039989" cy="281103"/>
          </a:xfrm>
        </p:spPr>
        <p:txBody>
          <a:bodyPr wrap="square">
            <a:noAutofit/>
          </a:bodyPr>
          <a:lstStyle>
            <a:lvl1pPr>
              <a:defRPr sz="1800"/>
            </a:lvl1pPr>
          </a:lstStyle>
          <a:p>
            <a:pPr lvl="0">
              <a:defRPr/>
            </a:pPr>
            <a:r>
              <a:rPr lang="de-DE"/>
              <a:t>Agendapunkt / Kapitelthema</a:t>
            </a:r>
            <a:endParaRPr/>
          </a:p>
        </p:txBody>
      </p:sp>
      <p:sp>
        <p:nvSpPr>
          <p:cNvPr id="85770071" name="Textplatzhalter 6"/>
          <p:cNvSpPr>
            <a:spLocks noGrp="1"/>
          </p:cNvSpPr>
          <p:nvPr>
            <p:ph type="body" sz="quarter" idx="16" hasCustomPrompt="1"/>
          </p:nvPr>
        </p:nvSpPr>
        <p:spPr bwMode="auto">
          <a:xfrm>
            <a:off x="518318" y="2354711"/>
            <a:ext cx="320600" cy="281103"/>
          </a:xfrm>
        </p:spPr>
        <p:txBody>
          <a:bodyPr wrap="none" rIns="0">
            <a:noAutofit/>
          </a:bodyPr>
          <a:lstStyle>
            <a:lvl1pPr>
              <a:defRPr sz="1800" b="1">
                <a:solidFill>
                  <a:srgbClr val="8C9FB1"/>
                </a:solidFill>
              </a:defRPr>
            </a:lvl1pPr>
          </a:lstStyle>
          <a:p>
            <a:pPr lvl="0">
              <a:defRPr/>
            </a:pPr>
            <a:r>
              <a:rPr lang="de-DE"/>
              <a:t>02 </a:t>
            </a:r>
            <a:endParaRPr/>
          </a:p>
        </p:txBody>
      </p:sp>
      <p:sp>
        <p:nvSpPr>
          <p:cNvPr id="1061958245" name="Textplatzhalter 6"/>
          <p:cNvSpPr>
            <a:spLocks noGrp="1"/>
          </p:cNvSpPr>
          <p:nvPr>
            <p:ph type="body" sz="quarter" idx="17" hasCustomPrompt="1"/>
          </p:nvPr>
        </p:nvSpPr>
        <p:spPr bwMode="auto">
          <a:xfrm>
            <a:off x="948060" y="4525376"/>
            <a:ext cx="5039989" cy="281103"/>
          </a:xfrm>
        </p:spPr>
        <p:txBody>
          <a:bodyPr wrap="square">
            <a:noAutofit/>
          </a:bodyPr>
          <a:lstStyle>
            <a:lvl1pPr>
              <a:defRPr sz="1800"/>
            </a:lvl1pPr>
          </a:lstStyle>
          <a:p>
            <a:pPr lvl="0">
              <a:defRPr/>
            </a:pPr>
            <a:r>
              <a:rPr lang="de-DE"/>
              <a:t>Agendapunkt / Kapitelthema</a:t>
            </a:r>
            <a:endParaRPr/>
          </a:p>
        </p:txBody>
      </p:sp>
      <p:sp>
        <p:nvSpPr>
          <p:cNvPr id="1258798614" name="Textplatzhalter 6"/>
          <p:cNvSpPr>
            <a:spLocks noGrp="1"/>
          </p:cNvSpPr>
          <p:nvPr>
            <p:ph type="body" sz="quarter" idx="18" hasCustomPrompt="1"/>
          </p:nvPr>
        </p:nvSpPr>
        <p:spPr bwMode="auto">
          <a:xfrm>
            <a:off x="518318" y="4525376"/>
            <a:ext cx="320600" cy="281103"/>
          </a:xfrm>
        </p:spPr>
        <p:txBody>
          <a:bodyPr wrap="none" rIns="0">
            <a:noAutofit/>
          </a:bodyPr>
          <a:lstStyle>
            <a:lvl1pPr>
              <a:defRPr sz="1800" b="1">
                <a:solidFill>
                  <a:srgbClr val="8C9FB1"/>
                </a:solidFill>
              </a:defRPr>
            </a:lvl1pPr>
          </a:lstStyle>
          <a:p>
            <a:pPr lvl="0">
              <a:defRPr/>
            </a:pPr>
            <a:r>
              <a:rPr lang="de-DE"/>
              <a:t>05 </a:t>
            </a:r>
            <a:endParaRPr/>
          </a:p>
        </p:txBody>
      </p:sp>
      <p:sp>
        <p:nvSpPr>
          <p:cNvPr id="1522328598" name="Textplatzhalter 6"/>
          <p:cNvSpPr>
            <a:spLocks noGrp="1"/>
          </p:cNvSpPr>
          <p:nvPr>
            <p:ph type="body" sz="quarter" idx="19" hasCustomPrompt="1"/>
          </p:nvPr>
        </p:nvSpPr>
        <p:spPr bwMode="auto">
          <a:xfrm>
            <a:off x="948060" y="3078266"/>
            <a:ext cx="5039989" cy="281103"/>
          </a:xfrm>
        </p:spPr>
        <p:txBody>
          <a:bodyPr wrap="square">
            <a:noAutofit/>
          </a:bodyPr>
          <a:lstStyle>
            <a:lvl1pPr>
              <a:defRPr sz="1800"/>
            </a:lvl1pPr>
          </a:lstStyle>
          <a:p>
            <a:pPr lvl="0">
              <a:defRPr/>
            </a:pPr>
            <a:r>
              <a:rPr lang="de-DE"/>
              <a:t>Agendapunkt / Kapitelthema</a:t>
            </a:r>
            <a:endParaRPr/>
          </a:p>
        </p:txBody>
      </p:sp>
      <p:sp>
        <p:nvSpPr>
          <p:cNvPr id="1726635459" name="Textplatzhalter 6"/>
          <p:cNvSpPr>
            <a:spLocks noGrp="1"/>
          </p:cNvSpPr>
          <p:nvPr>
            <p:ph type="body" sz="quarter" idx="20" hasCustomPrompt="1"/>
          </p:nvPr>
        </p:nvSpPr>
        <p:spPr bwMode="auto">
          <a:xfrm>
            <a:off x="518318" y="3078266"/>
            <a:ext cx="320600" cy="281103"/>
          </a:xfrm>
        </p:spPr>
        <p:txBody>
          <a:bodyPr wrap="none" rIns="0">
            <a:noAutofit/>
          </a:bodyPr>
          <a:lstStyle>
            <a:lvl1pPr>
              <a:defRPr sz="1800" b="1">
                <a:solidFill>
                  <a:srgbClr val="8C9FB1"/>
                </a:solidFill>
              </a:defRPr>
            </a:lvl1pPr>
          </a:lstStyle>
          <a:p>
            <a:pPr lvl="0">
              <a:defRPr/>
            </a:pPr>
            <a:r>
              <a:rPr lang="de-DE"/>
              <a:t>03 </a:t>
            </a:r>
            <a:endParaRPr/>
          </a:p>
        </p:txBody>
      </p:sp>
      <p:sp>
        <p:nvSpPr>
          <p:cNvPr id="1284278644" name="Textplatzhalter 6"/>
          <p:cNvSpPr>
            <a:spLocks noGrp="1"/>
          </p:cNvSpPr>
          <p:nvPr>
            <p:ph type="body" sz="quarter" idx="21" hasCustomPrompt="1"/>
          </p:nvPr>
        </p:nvSpPr>
        <p:spPr bwMode="auto">
          <a:xfrm>
            <a:off x="948060" y="3801821"/>
            <a:ext cx="5039989" cy="281103"/>
          </a:xfrm>
        </p:spPr>
        <p:txBody>
          <a:bodyPr wrap="square">
            <a:noAutofit/>
          </a:bodyPr>
          <a:lstStyle>
            <a:lvl1pPr>
              <a:defRPr sz="1800"/>
            </a:lvl1pPr>
          </a:lstStyle>
          <a:p>
            <a:pPr lvl="0">
              <a:defRPr/>
            </a:pPr>
            <a:r>
              <a:rPr lang="de-DE"/>
              <a:t>Agendapunkt / Kapitelthema</a:t>
            </a:r>
            <a:endParaRPr/>
          </a:p>
        </p:txBody>
      </p:sp>
      <p:sp>
        <p:nvSpPr>
          <p:cNvPr id="404172695" name="Textplatzhalter 6"/>
          <p:cNvSpPr>
            <a:spLocks noGrp="1"/>
          </p:cNvSpPr>
          <p:nvPr>
            <p:ph type="body" sz="quarter" idx="22" hasCustomPrompt="1"/>
          </p:nvPr>
        </p:nvSpPr>
        <p:spPr bwMode="auto">
          <a:xfrm>
            <a:off x="518318" y="3801821"/>
            <a:ext cx="320600" cy="281103"/>
          </a:xfrm>
        </p:spPr>
        <p:txBody>
          <a:bodyPr wrap="none" rIns="0">
            <a:noAutofit/>
          </a:bodyPr>
          <a:lstStyle>
            <a:lvl1pPr>
              <a:defRPr sz="1800" b="1">
                <a:solidFill>
                  <a:srgbClr val="8C9FB1"/>
                </a:solidFill>
              </a:defRPr>
            </a:lvl1pPr>
          </a:lstStyle>
          <a:p>
            <a:pPr lvl="0">
              <a:defRPr/>
            </a:pPr>
            <a:r>
              <a:rPr lang="de-DE"/>
              <a:t>04 </a:t>
            </a:r>
            <a:endParaRPr/>
          </a:p>
        </p:txBody>
      </p:sp>
      <p:sp>
        <p:nvSpPr>
          <p:cNvPr id="989096053" name="Textplatzhalter 6"/>
          <p:cNvSpPr>
            <a:spLocks noGrp="1"/>
          </p:cNvSpPr>
          <p:nvPr>
            <p:ph type="body" sz="quarter" idx="23" hasCustomPrompt="1"/>
          </p:nvPr>
        </p:nvSpPr>
        <p:spPr bwMode="auto">
          <a:xfrm>
            <a:off x="948060" y="5248930"/>
            <a:ext cx="5039989" cy="281103"/>
          </a:xfrm>
        </p:spPr>
        <p:txBody>
          <a:bodyPr wrap="square">
            <a:noAutofit/>
          </a:bodyPr>
          <a:lstStyle>
            <a:lvl1pPr>
              <a:defRPr sz="1800"/>
            </a:lvl1pPr>
          </a:lstStyle>
          <a:p>
            <a:pPr lvl="0">
              <a:defRPr/>
            </a:pPr>
            <a:r>
              <a:rPr lang="de-DE"/>
              <a:t>Agendapunkt / Kapitelthema</a:t>
            </a:r>
            <a:endParaRPr/>
          </a:p>
        </p:txBody>
      </p:sp>
      <p:sp>
        <p:nvSpPr>
          <p:cNvPr id="305070435" name="Textplatzhalter 6"/>
          <p:cNvSpPr>
            <a:spLocks noGrp="1"/>
          </p:cNvSpPr>
          <p:nvPr>
            <p:ph type="body" sz="quarter" idx="24" hasCustomPrompt="1"/>
          </p:nvPr>
        </p:nvSpPr>
        <p:spPr bwMode="auto">
          <a:xfrm>
            <a:off x="518318" y="5248930"/>
            <a:ext cx="320600" cy="281103"/>
          </a:xfrm>
        </p:spPr>
        <p:txBody>
          <a:bodyPr wrap="none" rIns="0">
            <a:noAutofit/>
          </a:bodyPr>
          <a:lstStyle>
            <a:lvl1pPr>
              <a:defRPr sz="1800" b="1">
                <a:solidFill>
                  <a:srgbClr val="8C9FB1"/>
                </a:solidFill>
              </a:defRPr>
            </a:lvl1pPr>
          </a:lstStyle>
          <a:p>
            <a:pPr lvl="0">
              <a:defRPr/>
            </a:pPr>
            <a:r>
              <a:rPr lang="de-DE"/>
              <a:t>06 </a:t>
            </a:r>
            <a:endParaRPr/>
          </a:p>
        </p:txBody>
      </p:sp>
      <p:sp>
        <p:nvSpPr>
          <p:cNvPr id="608017505" name="Textplatzhalter 6"/>
          <p:cNvSpPr>
            <a:spLocks noGrp="1"/>
          </p:cNvSpPr>
          <p:nvPr>
            <p:ph type="body" sz="quarter" idx="25" hasCustomPrompt="1"/>
          </p:nvPr>
        </p:nvSpPr>
        <p:spPr bwMode="auto">
          <a:xfrm>
            <a:off x="6636190" y="1632184"/>
            <a:ext cx="5039873" cy="281103"/>
          </a:xfrm>
        </p:spPr>
        <p:txBody>
          <a:bodyPr wrap="square">
            <a:noAutofit/>
          </a:bodyPr>
          <a:lstStyle>
            <a:lvl1pPr>
              <a:defRPr sz="1800"/>
            </a:lvl1pPr>
          </a:lstStyle>
          <a:p>
            <a:pPr lvl="0">
              <a:defRPr/>
            </a:pPr>
            <a:r>
              <a:rPr lang="de-DE"/>
              <a:t>Agendapunkt / Kapitelthema</a:t>
            </a:r>
            <a:endParaRPr lang="de-DE"/>
          </a:p>
        </p:txBody>
      </p:sp>
      <p:sp>
        <p:nvSpPr>
          <p:cNvPr id="1835150157" name="Textplatzhalter 6"/>
          <p:cNvSpPr>
            <a:spLocks noGrp="1"/>
          </p:cNvSpPr>
          <p:nvPr>
            <p:ph type="body" sz="quarter" idx="26" hasCustomPrompt="1"/>
          </p:nvPr>
        </p:nvSpPr>
        <p:spPr bwMode="auto">
          <a:xfrm>
            <a:off x="6206332" y="1632184"/>
            <a:ext cx="320600" cy="281103"/>
          </a:xfrm>
        </p:spPr>
        <p:txBody>
          <a:bodyPr wrap="none" rIns="0">
            <a:noAutofit/>
          </a:bodyPr>
          <a:lstStyle>
            <a:lvl1pPr>
              <a:defRPr sz="1800" b="1">
                <a:solidFill>
                  <a:srgbClr val="8C9FB1"/>
                </a:solidFill>
              </a:defRPr>
            </a:lvl1pPr>
          </a:lstStyle>
          <a:p>
            <a:pPr lvl="0">
              <a:defRPr/>
            </a:pPr>
            <a:r>
              <a:rPr lang="de-DE"/>
              <a:t>07 </a:t>
            </a:r>
            <a:endParaRPr/>
          </a:p>
        </p:txBody>
      </p:sp>
      <p:sp>
        <p:nvSpPr>
          <p:cNvPr id="725206220" name="Textplatzhalter 6"/>
          <p:cNvSpPr>
            <a:spLocks noGrp="1"/>
          </p:cNvSpPr>
          <p:nvPr>
            <p:ph type="body" sz="quarter" idx="27" hasCustomPrompt="1"/>
          </p:nvPr>
        </p:nvSpPr>
        <p:spPr bwMode="auto">
          <a:xfrm>
            <a:off x="6636190" y="2355533"/>
            <a:ext cx="5039873" cy="281103"/>
          </a:xfrm>
        </p:spPr>
        <p:txBody>
          <a:bodyPr wrap="square">
            <a:noAutofit/>
          </a:bodyPr>
          <a:lstStyle>
            <a:lvl1pPr>
              <a:defRPr sz="1800"/>
            </a:lvl1pPr>
          </a:lstStyle>
          <a:p>
            <a:pPr lvl="0">
              <a:defRPr/>
            </a:pPr>
            <a:r>
              <a:rPr lang="de-DE"/>
              <a:t>Agendapunkt / Kapitelthema</a:t>
            </a:r>
            <a:endParaRPr lang="de-DE"/>
          </a:p>
        </p:txBody>
      </p:sp>
      <p:sp>
        <p:nvSpPr>
          <p:cNvPr id="2013614531" name="Textplatzhalter 6"/>
          <p:cNvSpPr>
            <a:spLocks noGrp="1"/>
          </p:cNvSpPr>
          <p:nvPr>
            <p:ph type="body" sz="quarter" idx="28" hasCustomPrompt="1"/>
          </p:nvPr>
        </p:nvSpPr>
        <p:spPr bwMode="auto">
          <a:xfrm>
            <a:off x="6206332" y="2355533"/>
            <a:ext cx="320600" cy="281103"/>
          </a:xfrm>
        </p:spPr>
        <p:txBody>
          <a:bodyPr wrap="none" rIns="0">
            <a:noAutofit/>
          </a:bodyPr>
          <a:lstStyle>
            <a:lvl1pPr>
              <a:defRPr sz="1800" b="1">
                <a:solidFill>
                  <a:srgbClr val="8C9FB1"/>
                </a:solidFill>
              </a:defRPr>
            </a:lvl1pPr>
          </a:lstStyle>
          <a:p>
            <a:pPr lvl="0">
              <a:defRPr/>
            </a:pPr>
            <a:r>
              <a:rPr lang="de-DE"/>
              <a:t>08 </a:t>
            </a:r>
            <a:endParaRPr/>
          </a:p>
        </p:txBody>
      </p:sp>
      <p:sp>
        <p:nvSpPr>
          <p:cNvPr id="1042465878" name="Textplatzhalter 6"/>
          <p:cNvSpPr>
            <a:spLocks noGrp="1"/>
          </p:cNvSpPr>
          <p:nvPr>
            <p:ph type="body" sz="quarter" idx="29" hasCustomPrompt="1"/>
          </p:nvPr>
        </p:nvSpPr>
        <p:spPr bwMode="auto">
          <a:xfrm>
            <a:off x="6636190" y="4525580"/>
            <a:ext cx="5039873" cy="281103"/>
          </a:xfrm>
        </p:spPr>
        <p:txBody>
          <a:bodyPr wrap="square">
            <a:noAutofit/>
          </a:bodyPr>
          <a:lstStyle>
            <a:lvl1pPr>
              <a:defRPr sz="1800"/>
            </a:lvl1pPr>
          </a:lstStyle>
          <a:p>
            <a:pPr lvl="0">
              <a:defRPr/>
            </a:pPr>
            <a:r>
              <a:rPr lang="de-DE"/>
              <a:t>Agendapunkt / Kapitelthema</a:t>
            </a:r>
            <a:endParaRPr lang="de-DE"/>
          </a:p>
        </p:txBody>
      </p:sp>
      <p:sp>
        <p:nvSpPr>
          <p:cNvPr id="1337464734" name="Textplatzhalter 6"/>
          <p:cNvSpPr>
            <a:spLocks noGrp="1"/>
          </p:cNvSpPr>
          <p:nvPr>
            <p:ph type="body" sz="quarter" idx="30" hasCustomPrompt="1"/>
          </p:nvPr>
        </p:nvSpPr>
        <p:spPr bwMode="auto">
          <a:xfrm>
            <a:off x="6206332" y="4525580"/>
            <a:ext cx="307841" cy="281103"/>
          </a:xfrm>
        </p:spPr>
        <p:txBody>
          <a:bodyPr wrap="none" rIns="0">
            <a:noAutofit/>
          </a:bodyPr>
          <a:lstStyle>
            <a:lvl1pPr>
              <a:defRPr sz="1800" b="1">
                <a:solidFill>
                  <a:srgbClr val="8C9FB1"/>
                </a:solidFill>
              </a:defRPr>
            </a:lvl1pPr>
          </a:lstStyle>
          <a:p>
            <a:pPr lvl="0">
              <a:defRPr/>
            </a:pPr>
            <a:r>
              <a:rPr lang="de-DE"/>
              <a:t>11 </a:t>
            </a:r>
            <a:endParaRPr/>
          </a:p>
        </p:txBody>
      </p:sp>
      <p:sp>
        <p:nvSpPr>
          <p:cNvPr id="874675023" name="Textplatzhalter 6"/>
          <p:cNvSpPr>
            <a:spLocks noGrp="1"/>
          </p:cNvSpPr>
          <p:nvPr>
            <p:ph type="body" sz="quarter" idx="31" hasCustomPrompt="1"/>
          </p:nvPr>
        </p:nvSpPr>
        <p:spPr bwMode="auto">
          <a:xfrm>
            <a:off x="6636190" y="3078882"/>
            <a:ext cx="5039873" cy="281103"/>
          </a:xfrm>
        </p:spPr>
        <p:txBody>
          <a:bodyPr wrap="square">
            <a:noAutofit/>
          </a:bodyPr>
          <a:lstStyle>
            <a:lvl1pPr>
              <a:defRPr sz="1800"/>
            </a:lvl1pPr>
          </a:lstStyle>
          <a:p>
            <a:pPr lvl="0">
              <a:defRPr/>
            </a:pPr>
            <a:r>
              <a:rPr lang="de-DE"/>
              <a:t>Agendapunkt / Kapitelthema</a:t>
            </a:r>
            <a:endParaRPr lang="de-DE"/>
          </a:p>
        </p:txBody>
      </p:sp>
      <p:sp>
        <p:nvSpPr>
          <p:cNvPr id="1785995590" name="Textplatzhalter 6"/>
          <p:cNvSpPr>
            <a:spLocks noGrp="1"/>
          </p:cNvSpPr>
          <p:nvPr>
            <p:ph type="body" sz="quarter" idx="32" hasCustomPrompt="1"/>
          </p:nvPr>
        </p:nvSpPr>
        <p:spPr bwMode="auto">
          <a:xfrm>
            <a:off x="6206332" y="3078882"/>
            <a:ext cx="320600" cy="281103"/>
          </a:xfrm>
        </p:spPr>
        <p:txBody>
          <a:bodyPr wrap="none" rIns="0">
            <a:noAutofit/>
          </a:bodyPr>
          <a:lstStyle>
            <a:lvl1pPr>
              <a:defRPr sz="1800" b="1">
                <a:solidFill>
                  <a:srgbClr val="8C9FB1"/>
                </a:solidFill>
              </a:defRPr>
            </a:lvl1pPr>
          </a:lstStyle>
          <a:p>
            <a:pPr lvl="0">
              <a:defRPr/>
            </a:pPr>
            <a:r>
              <a:rPr lang="de-DE"/>
              <a:t>09 </a:t>
            </a:r>
            <a:endParaRPr/>
          </a:p>
        </p:txBody>
      </p:sp>
      <p:sp>
        <p:nvSpPr>
          <p:cNvPr id="156456713" name="Textplatzhalter 6"/>
          <p:cNvSpPr>
            <a:spLocks noGrp="1"/>
          </p:cNvSpPr>
          <p:nvPr>
            <p:ph type="body" sz="quarter" idx="33" hasCustomPrompt="1"/>
          </p:nvPr>
        </p:nvSpPr>
        <p:spPr bwMode="auto">
          <a:xfrm>
            <a:off x="6636190" y="3802231"/>
            <a:ext cx="5039873" cy="281103"/>
          </a:xfrm>
        </p:spPr>
        <p:txBody>
          <a:bodyPr wrap="square">
            <a:noAutofit/>
          </a:bodyPr>
          <a:lstStyle>
            <a:lvl1pPr>
              <a:defRPr sz="1800"/>
            </a:lvl1pPr>
          </a:lstStyle>
          <a:p>
            <a:pPr lvl="0">
              <a:defRPr/>
            </a:pPr>
            <a:r>
              <a:rPr lang="de-DE"/>
              <a:t>Agendapunkt / Kapitelthema</a:t>
            </a:r>
            <a:endParaRPr lang="de-DE"/>
          </a:p>
        </p:txBody>
      </p:sp>
      <p:sp>
        <p:nvSpPr>
          <p:cNvPr id="1808090486" name="Textplatzhalter 6"/>
          <p:cNvSpPr>
            <a:spLocks noGrp="1"/>
          </p:cNvSpPr>
          <p:nvPr>
            <p:ph type="body" sz="quarter" idx="34" hasCustomPrompt="1"/>
          </p:nvPr>
        </p:nvSpPr>
        <p:spPr bwMode="auto">
          <a:xfrm>
            <a:off x="6206332" y="3802231"/>
            <a:ext cx="320600" cy="281103"/>
          </a:xfrm>
        </p:spPr>
        <p:txBody>
          <a:bodyPr wrap="none" rIns="0">
            <a:noAutofit/>
          </a:bodyPr>
          <a:lstStyle>
            <a:lvl1pPr>
              <a:defRPr sz="1800" b="1">
                <a:solidFill>
                  <a:srgbClr val="8C9FB1"/>
                </a:solidFill>
              </a:defRPr>
            </a:lvl1pPr>
          </a:lstStyle>
          <a:p>
            <a:pPr lvl="0">
              <a:defRPr/>
            </a:pPr>
            <a:r>
              <a:rPr lang="de-DE"/>
              <a:t>10 </a:t>
            </a:r>
            <a:endParaRPr/>
          </a:p>
        </p:txBody>
      </p:sp>
      <p:sp>
        <p:nvSpPr>
          <p:cNvPr id="1673943901" name="Textplatzhalter 6"/>
          <p:cNvSpPr>
            <a:spLocks noGrp="1"/>
          </p:cNvSpPr>
          <p:nvPr>
            <p:ph type="body" sz="quarter" idx="35" hasCustomPrompt="1"/>
          </p:nvPr>
        </p:nvSpPr>
        <p:spPr bwMode="auto">
          <a:xfrm>
            <a:off x="6636190" y="5248930"/>
            <a:ext cx="5039873" cy="281103"/>
          </a:xfrm>
        </p:spPr>
        <p:txBody>
          <a:bodyPr wrap="square">
            <a:noAutofit/>
          </a:bodyPr>
          <a:lstStyle>
            <a:lvl1pPr>
              <a:defRPr sz="1800"/>
            </a:lvl1pPr>
          </a:lstStyle>
          <a:p>
            <a:pPr lvl="0">
              <a:defRPr/>
            </a:pPr>
            <a:r>
              <a:rPr lang="de-DE"/>
              <a:t>Agendapunkt / Kapitelthema</a:t>
            </a:r>
            <a:endParaRPr lang="de-DE"/>
          </a:p>
        </p:txBody>
      </p:sp>
      <p:sp>
        <p:nvSpPr>
          <p:cNvPr id="1168575975" name="Textplatzhalter 6"/>
          <p:cNvSpPr>
            <a:spLocks noGrp="1"/>
          </p:cNvSpPr>
          <p:nvPr>
            <p:ph type="body" sz="quarter" idx="36" hasCustomPrompt="1"/>
          </p:nvPr>
        </p:nvSpPr>
        <p:spPr bwMode="auto">
          <a:xfrm>
            <a:off x="6206332" y="5248930"/>
            <a:ext cx="320600" cy="281103"/>
          </a:xfrm>
        </p:spPr>
        <p:txBody>
          <a:bodyPr wrap="none" rIns="0">
            <a:noAutofit/>
          </a:bodyPr>
          <a:lstStyle>
            <a:lvl1pPr>
              <a:defRPr sz="1800" b="1">
                <a:solidFill>
                  <a:srgbClr val="8C9FB1"/>
                </a:solidFill>
              </a:defRPr>
            </a:lvl1pPr>
          </a:lstStyle>
          <a:p>
            <a:pPr lvl="0">
              <a:defRPr/>
            </a:pPr>
            <a:r>
              <a:rPr lang="de-DE"/>
              <a:t>12 </a:t>
            </a:r>
            <a:endParaRPr/>
          </a:p>
        </p:txBody>
      </p:sp>
      <p:sp>
        <p:nvSpPr>
          <p:cNvPr id="599005538" name="Titel 5"/>
          <p:cNvSpPr>
            <a:spLocks noGrp="1"/>
          </p:cNvSpPr>
          <p:nvPr>
            <p:ph type="title"/>
          </p:nvPr>
        </p:nvSpPr>
        <p:spPr bwMode="auto">
          <a:xfrm>
            <a:off x="518318" y="301185"/>
            <a:ext cx="6844385" cy="332399"/>
          </a:xfrm>
        </p:spPr>
        <p:txBody>
          <a:bodyPr/>
          <a:lstStyle>
            <a:lvl1pPr>
              <a:defRPr>
                <a:solidFill>
                  <a:srgbClr val="041E42"/>
                </a:solidFill>
              </a:defRPr>
            </a:lvl1pPr>
          </a:lstStyle>
          <a:p>
            <a:pPr>
              <a:defRPr/>
            </a:pPr>
            <a:r>
              <a:rPr lang="de-DE"/>
              <a:t>Mastertitelformat bearbeiten</a:t>
            </a:r>
            <a:endParaRPr/>
          </a:p>
        </p:txBody>
      </p:sp>
      <p:sp>
        <p:nvSpPr>
          <p:cNvPr id="1482025333"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333739000" name="Textplatzhalter 6"/>
          <p:cNvSpPr>
            <a:spLocks noGrp="1"/>
          </p:cNvSpPr>
          <p:nvPr>
            <p:ph type="body" sz="quarter" idx="13" hasCustomPrompt="1"/>
          </p:nvPr>
        </p:nvSpPr>
        <p:spPr bwMode="auto">
          <a:xfrm>
            <a:off x="948060" y="1631156"/>
            <a:ext cx="5039989" cy="281103"/>
          </a:xfrm>
        </p:spPr>
        <p:txBody>
          <a:bodyPr wrap="square">
            <a:noAutofit/>
          </a:bodyPr>
          <a:lstStyle>
            <a:lvl1pPr>
              <a:defRPr sz="1800"/>
            </a:lvl1pPr>
          </a:lstStyle>
          <a:p>
            <a:pPr lvl="0">
              <a:defRPr/>
            </a:pPr>
            <a:r>
              <a:rPr lang="de-DE"/>
              <a:t>Agendapunkt / Kapitelthema</a:t>
            </a:r>
            <a:endParaRPr/>
          </a:p>
        </p:txBody>
      </p:sp>
      <p:sp>
        <p:nvSpPr>
          <p:cNvPr id="1245972193" name="Textplatzhalter 6"/>
          <p:cNvSpPr>
            <a:spLocks noGrp="1"/>
          </p:cNvSpPr>
          <p:nvPr>
            <p:ph type="body" sz="quarter" idx="14" hasCustomPrompt="1"/>
          </p:nvPr>
        </p:nvSpPr>
        <p:spPr bwMode="auto">
          <a:xfrm>
            <a:off x="518318" y="1631156"/>
            <a:ext cx="320600" cy="281103"/>
          </a:xfrm>
        </p:spPr>
        <p:txBody>
          <a:bodyPr wrap="none" rIns="0">
            <a:noAutofit/>
          </a:bodyPr>
          <a:lstStyle>
            <a:lvl1pPr>
              <a:defRPr sz="1800" b="1">
                <a:solidFill>
                  <a:srgbClr val="8C9FB1"/>
                </a:solidFill>
              </a:defRPr>
            </a:lvl1pPr>
          </a:lstStyle>
          <a:p>
            <a:pPr lvl="0">
              <a:defRPr/>
            </a:pPr>
            <a:r>
              <a:rPr lang="de-DE"/>
              <a:t>01 </a:t>
            </a:r>
            <a:endParaRPr/>
          </a:p>
        </p:txBody>
      </p:sp>
      <p:sp>
        <p:nvSpPr>
          <p:cNvPr id="200002054"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793445020" name="Grafik 41"/>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Agenda | mit Bild">
    <p:spTree>
      <p:nvGrpSpPr>
        <p:cNvPr id="1" name=""/>
        <p:cNvGrpSpPr/>
        <p:nvPr/>
      </p:nvGrpSpPr>
      <p:grpSpPr bwMode="auto">
        <a:xfrm>
          <a:off x="0" y="0"/>
          <a:ext cx="0" cy="0"/>
          <a:chOff x="0" y="0"/>
          <a:chExt cx="0" cy="0"/>
        </a:xfrm>
      </p:grpSpPr>
      <p:sp>
        <p:nvSpPr>
          <p:cNvPr id="49253324" name="Datumsplatzhalter 2"/>
          <p:cNvSpPr>
            <a:spLocks noGrp="1"/>
          </p:cNvSpPr>
          <p:nvPr>
            <p:ph type="dt" sz="half" idx="10"/>
          </p:nvPr>
        </p:nvSpPr>
        <p:spPr bwMode="auto"/>
        <p:txBody>
          <a:bodyPr/>
          <a:lstStyle/>
          <a:p>
            <a:pPr>
              <a:defRPr/>
            </a:pPr>
            <a:fld id="{48180691-36C4-442B-801E-F5F906A331D4}" type="datetime4">
              <a:rPr lang="de-DE"/>
              <a:t>3. August 2026</a:t>
            </a:fld>
            <a:endParaRPr lang="de-DE"/>
          </a:p>
        </p:txBody>
      </p:sp>
      <p:sp>
        <p:nvSpPr>
          <p:cNvPr id="1315982191" name="Fußzeilenplatzhalter 3"/>
          <p:cNvSpPr>
            <a:spLocks noGrp="1"/>
          </p:cNvSpPr>
          <p:nvPr>
            <p:ph type="ftr" sz="quarter" idx="11"/>
          </p:nvPr>
        </p:nvSpPr>
        <p:spPr bwMode="auto"/>
        <p:txBody>
          <a:bodyPr/>
          <a:lstStyle/>
          <a:p>
            <a:pPr>
              <a:defRPr/>
            </a:pPr>
            <a:r>
              <a:rPr lang="de-DE"/>
              <a:t>Technische Fakultät</a:t>
            </a:r>
            <a:endParaRPr lang="de-DE"/>
          </a:p>
        </p:txBody>
      </p:sp>
      <p:sp>
        <p:nvSpPr>
          <p:cNvPr id="1014410428" name="Foliennummernplatzhalter 4"/>
          <p:cNvSpPr>
            <a:spLocks noGrp="1"/>
          </p:cNvSpPr>
          <p:nvPr>
            <p:ph type="sldNum" sz="quarter" idx="12"/>
          </p:nvPr>
        </p:nvSpPr>
        <p:spPr bwMode="auto"/>
        <p:txBody>
          <a:bodyPr/>
          <a:lstStyle/>
          <a:p>
            <a:pPr>
              <a:defRPr/>
            </a:pPr>
            <a:fld id="{D949F9DF-37BD-4CD6-BF49-65BA579E1D7A}" type="slidenum">
              <a:rPr lang="de-DE"/>
              <a:t>3</a:t>
            </a:fld>
            <a:endParaRPr lang="de-DE"/>
          </a:p>
        </p:txBody>
      </p:sp>
      <p:sp>
        <p:nvSpPr>
          <p:cNvPr id="1364780846" name="Bildplatzhalter 8"/>
          <p:cNvSpPr>
            <a:spLocks noGrp="1"/>
          </p:cNvSpPr>
          <p:nvPr>
            <p:ph type="pic" sz="quarter" idx="25" hasCustomPrompt="1"/>
          </p:nvPr>
        </p:nvSpPr>
        <p:spPr bwMode="auto">
          <a:xfrm>
            <a:off x="6206329" y="1631156"/>
            <a:ext cx="5469732" cy="3951164"/>
          </a:xfrm>
          <a:prstGeom prst="rect">
            <a:avLst/>
          </a:prstGeom>
          <a:solidFill>
            <a:schemeClr val="bg1">
              <a:lumMod val="95000"/>
            </a:schemeClr>
          </a:solidFill>
        </p:spPr>
        <p:txBody>
          <a:bodyPr/>
          <a:lstStyle/>
          <a:p>
            <a:pPr>
              <a:defRPr/>
            </a:pPr>
            <a:r>
              <a:rPr lang="de-DE"/>
              <a:t> </a:t>
            </a:r>
            <a:endParaRPr/>
          </a:p>
        </p:txBody>
      </p:sp>
      <p:sp>
        <p:nvSpPr>
          <p:cNvPr id="1913537765" name="Textplatzhalter 10"/>
          <p:cNvSpPr>
            <a:spLocks noGrp="1"/>
          </p:cNvSpPr>
          <p:nvPr>
            <p:ph type="body" sz="quarter" idx="26"/>
          </p:nvPr>
        </p:nvSpPr>
        <p:spPr bwMode="auto">
          <a:xfrm>
            <a:off x="6206329" y="5690271"/>
            <a:ext cx="5469732" cy="511084"/>
          </a:xfrm>
        </p:spPr>
        <p:txBody>
          <a:bodyPr wrap="square">
            <a:noAutofit/>
          </a:bodyPr>
          <a:lstStyle>
            <a:lvl1pPr>
              <a:lnSpc>
                <a:spcPct val="110000"/>
              </a:lnSpc>
              <a:spcAft>
                <a:spcPts val="0"/>
              </a:spcAft>
              <a:defRPr sz="1400"/>
            </a:lvl1pPr>
          </a:lstStyle>
          <a:p>
            <a:pPr lvl="0">
              <a:defRPr/>
            </a:pPr>
            <a:r>
              <a:rPr lang="de-DE"/>
              <a:t>Mastertextformat bearbeiten</a:t>
            </a:r>
            <a:endParaRPr/>
          </a:p>
        </p:txBody>
      </p:sp>
      <p:sp>
        <p:nvSpPr>
          <p:cNvPr id="1724142266" name="Textplatzhalter 6"/>
          <p:cNvSpPr>
            <a:spLocks noGrp="1"/>
          </p:cNvSpPr>
          <p:nvPr>
            <p:ph type="body" sz="quarter" idx="15" hasCustomPrompt="1"/>
          </p:nvPr>
        </p:nvSpPr>
        <p:spPr bwMode="auto">
          <a:xfrm>
            <a:off x="948060" y="2354711"/>
            <a:ext cx="5039989" cy="281103"/>
          </a:xfrm>
        </p:spPr>
        <p:txBody>
          <a:bodyPr wrap="square">
            <a:noAutofit/>
          </a:bodyPr>
          <a:lstStyle>
            <a:lvl1pPr>
              <a:defRPr sz="1800"/>
            </a:lvl1pPr>
          </a:lstStyle>
          <a:p>
            <a:pPr lvl="0">
              <a:defRPr/>
            </a:pPr>
            <a:r>
              <a:rPr lang="de-DE"/>
              <a:t>Agendapunkt / Kapitelthema</a:t>
            </a:r>
            <a:endParaRPr/>
          </a:p>
        </p:txBody>
      </p:sp>
      <p:sp>
        <p:nvSpPr>
          <p:cNvPr id="641226478" name="Textplatzhalter 6"/>
          <p:cNvSpPr>
            <a:spLocks noGrp="1"/>
          </p:cNvSpPr>
          <p:nvPr>
            <p:ph type="body" sz="quarter" idx="16" hasCustomPrompt="1"/>
          </p:nvPr>
        </p:nvSpPr>
        <p:spPr bwMode="auto">
          <a:xfrm>
            <a:off x="518318" y="2354711"/>
            <a:ext cx="320600" cy="281103"/>
          </a:xfrm>
        </p:spPr>
        <p:txBody>
          <a:bodyPr wrap="none" rIns="0">
            <a:noAutofit/>
          </a:bodyPr>
          <a:lstStyle>
            <a:lvl1pPr>
              <a:defRPr sz="1800" b="1">
                <a:solidFill>
                  <a:srgbClr val="8C9FB1"/>
                </a:solidFill>
              </a:defRPr>
            </a:lvl1pPr>
          </a:lstStyle>
          <a:p>
            <a:pPr lvl="0">
              <a:defRPr/>
            </a:pPr>
            <a:r>
              <a:rPr lang="de-DE"/>
              <a:t>02 </a:t>
            </a:r>
            <a:endParaRPr/>
          </a:p>
        </p:txBody>
      </p:sp>
      <p:sp>
        <p:nvSpPr>
          <p:cNvPr id="1113844969" name="Textplatzhalter 6"/>
          <p:cNvSpPr>
            <a:spLocks noGrp="1"/>
          </p:cNvSpPr>
          <p:nvPr>
            <p:ph type="body" sz="quarter" idx="17" hasCustomPrompt="1"/>
          </p:nvPr>
        </p:nvSpPr>
        <p:spPr bwMode="auto">
          <a:xfrm>
            <a:off x="948060" y="4525376"/>
            <a:ext cx="5039989" cy="281103"/>
          </a:xfrm>
        </p:spPr>
        <p:txBody>
          <a:bodyPr wrap="square">
            <a:noAutofit/>
          </a:bodyPr>
          <a:lstStyle>
            <a:lvl1pPr>
              <a:defRPr sz="1800"/>
            </a:lvl1pPr>
          </a:lstStyle>
          <a:p>
            <a:pPr lvl="0">
              <a:defRPr/>
            </a:pPr>
            <a:r>
              <a:rPr lang="de-DE"/>
              <a:t>Agendapunkt / Kapitelthema</a:t>
            </a:r>
            <a:endParaRPr/>
          </a:p>
        </p:txBody>
      </p:sp>
      <p:sp>
        <p:nvSpPr>
          <p:cNvPr id="1876671576" name="Textplatzhalter 6"/>
          <p:cNvSpPr>
            <a:spLocks noGrp="1"/>
          </p:cNvSpPr>
          <p:nvPr>
            <p:ph type="body" sz="quarter" idx="18" hasCustomPrompt="1"/>
          </p:nvPr>
        </p:nvSpPr>
        <p:spPr bwMode="auto">
          <a:xfrm>
            <a:off x="518318" y="4525376"/>
            <a:ext cx="320600" cy="281103"/>
          </a:xfrm>
        </p:spPr>
        <p:txBody>
          <a:bodyPr wrap="none" rIns="0">
            <a:noAutofit/>
          </a:bodyPr>
          <a:lstStyle>
            <a:lvl1pPr>
              <a:defRPr sz="1800" b="1">
                <a:solidFill>
                  <a:srgbClr val="8C9FB1"/>
                </a:solidFill>
              </a:defRPr>
            </a:lvl1pPr>
          </a:lstStyle>
          <a:p>
            <a:pPr lvl="0">
              <a:defRPr/>
            </a:pPr>
            <a:r>
              <a:rPr lang="de-DE"/>
              <a:t>05 </a:t>
            </a:r>
            <a:endParaRPr/>
          </a:p>
        </p:txBody>
      </p:sp>
      <p:sp>
        <p:nvSpPr>
          <p:cNvPr id="1783068053" name="Textplatzhalter 6"/>
          <p:cNvSpPr>
            <a:spLocks noGrp="1"/>
          </p:cNvSpPr>
          <p:nvPr>
            <p:ph type="body" sz="quarter" idx="19" hasCustomPrompt="1"/>
          </p:nvPr>
        </p:nvSpPr>
        <p:spPr bwMode="auto">
          <a:xfrm>
            <a:off x="948060" y="3078266"/>
            <a:ext cx="5039989" cy="281103"/>
          </a:xfrm>
        </p:spPr>
        <p:txBody>
          <a:bodyPr wrap="square">
            <a:noAutofit/>
          </a:bodyPr>
          <a:lstStyle>
            <a:lvl1pPr>
              <a:defRPr sz="1800"/>
            </a:lvl1pPr>
          </a:lstStyle>
          <a:p>
            <a:pPr lvl="0">
              <a:defRPr/>
            </a:pPr>
            <a:r>
              <a:rPr lang="de-DE"/>
              <a:t>Agendapunkt / Kapitelthema</a:t>
            </a:r>
            <a:endParaRPr/>
          </a:p>
        </p:txBody>
      </p:sp>
      <p:sp>
        <p:nvSpPr>
          <p:cNvPr id="1976006532" name="Textplatzhalter 6"/>
          <p:cNvSpPr>
            <a:spLocks noGrp="1"/>
          </p:cNvSpPr>
          <p:nvPr>
            <p:ph type="body" sz="quarter" idx="20" hasCustomPrompt="1"/>
          </p:nvPr>
        </p:nvSpPr>
        <p:spPr bwMode="auto">
          <a:xfrm>
            <a:off x="518318" y="3078266"/>
            <a:ext cx="320600" cy="281103"/>
          </a:xfrm>
        </p:spPr>
        <p:txBody>
          <a:bodyPr wrap="none" rIns="0">
            <a:noAutofit/>
          </a:bodyPr>
          <a:lstStyle>
            <a:lvl1pPr>
              <a:defRPr sz="1800" b="1">
                <a:solidFill>
                  <a:srgbClr val="8C9FB1"/>
                </a:solidFill>
              </a:defRPr>
            </a:lvl1pPr>
          </a:lstStyle>
          <a:p>
            <a:pPr lvl="0">
              <a:defRPr/>
            </a:pPr>
            <a:r>
              <a:rPr lang="de-DE"/>
              <a:t>03 </a:t>
            </a:r>
            <a:endParaRPr/>
          </a:p>
        </p:txBody>
      </p:sp>
      <p:sp>
        <p:nvSpPr>
          <p:cNvPr id="1772732694" name="Textplatzhalter 6"/>
          <p:cNvSpPr>
            <a:spLocks noGrp="1"/>
          </p:cNvSpPr>
          <p:nvPr>
            <p:ph type="body" sz="quarter" idx="21" hasCustomPrompt="1"/>
          </p:nvPr>
        </p:nvSpPr>
        <p:spPr bwMode="auto">
          <a:xfrm>
            <a:off x="948060" y="3801821"/>
            <a:ext cx="5039989" cy="281103"/>
          </a:xfrm>
        </p:spPr>
        <p:txBody>
          <a:bodyPr wrap="square">
            <a:noAutofit/>
          </a:bodyPr>
          <a:lstStyle>
            <a:lvl1pPr>
              <a:defRPr sz="1800"/>
            </a:lvl1pPr>
          </a:lstStyle>
          <a:p>
            <a:pPr lvl="0">
              <a:defRPr/>
            </a:pPr>
            <a:r>
              <a:rPr lang="de-DE"/>
              <a:t>Agendapunkt / Kapitelthema</a:t>
            </a:r>
            <a:endParaRPr/>
          </a:p>
        </p:txBody>
      </p:sp>
      <p:sp>
        <p:nvSpPr>
          <p:cNvPr id="520702517" name="Textplatzhalter 6"/>
          <p:cNvSpPr>
            <a:spLocks noGrp="1"/>
          </p:cNvSpPr>
          <p:nvPr>
            <p:ph type="body" sz="quarter" idx="22" hasCustomPrompt="1"/>
          </p:nvPr>
        </p:nvSpPr>
        <p:spPr bwMode="auto">
          <a:xfrm>
            <a:off x="518318" y="3801821"/>
            <a:ext cx="320600" cy="281103"/>
          </a:xfrm>
        </p:spPr>
        <p:txBody>
          <a:bodyPr wrap="none" rIns="0">
            <a:noAutofit/>
          </a:bodyPr>
          <a:lstStyle>
            <a:lvl1pPr>
              <a:defRPr sz="1800" b="1">
                <a:solidFill>
                  <a:srgbClr val="8C9FB1"/>
                </a:solidFill>
              </a:defRPr>
            </a:lvl1pPr>
          </a:lstStyle>
          <a:p>
            <a:pPr lvl="0">
              <a:defRPr/>
            </a:pPr>
            <a:r>
              <a:rPr lang="de-DE"/>
              <a:t>04 </a:t>
            </a:r>
            <a:endParaRPr/>
          </a:p>
        </p:txBody>
      </p:sp>
      <p:sp>
        <p:nvSpPr>
          <p:cNvPr id="461826891" name="Textplatzhalter 6"/>
          <p:cNvSpPr>
            <a:spLocks noGrp="1"/>
          </p:cNvSpPr>
          <p:nvPr>
            <p:ph type="body" sz="quarter" idx="23" hasCustomPrompt="1"/>
          </p:nvPr>
        </p:nvSpPr>
        <p:spPr bwMode="auto">
          <a:xfrm>
            <a:off x="948060" y="5248930"/>
            <a:ext cx="5039989" cy="281103"/>
          </a:xfrm>
        </p:spPr>
        <p:txBody>
          <a:bodyPr wrap="square">
            <a:noAutofit/>
          </a:bodyPr>
          <a:lstStyle>
            <a:lvl1pPr>
              <a:defRPr sz="1800"/>
            </a:lvl1pPr>
          </a:lstStyle>
          <a:p>
            <a:pPr lvl="0">
              <a:defRPr/>
            </a:pPr>
            <a:r>
              <a:rPr lang="de-DE"/>
              <a:t>Agendapunkt / Kapitelthema</a:t>
            </a:r>
            <a:endParaRPr/>
          </a:p>
        </p:txBody>
      </p:sp>
      <p:sp>
        <p:nvSpPr>
          <p:cNvPr id="1513037475" name="Textplatzhalter 6"/>
          <p:cNvSpPr>
            <a:spLocks noGrp="1"/>
          </p:cNvSpPr>
          <p:nvPr>
            <p:ph type="body" sz="quarter" idx="24" hasCustomPrompt="1"/>
          </p:nvPr>
        </p:nvSpPr>
        <p:spPr bwMode="auto">
          <a:xfrm>
            <a:off x="518318" y="5248930"/>
            <a:ext cx="320600" cy="281103"/>
          </a:xfrm>
        </p:spPr>
        <p:txBody>
          <a:bodyPr wrap="none" rIns="0">
            <a:noAutofit/>
          </a:bodyPr>
          <a:lstStyle>
            <a:lvl1pPr>
              <a:defRPr sz="1800" b="1">
                <a:solidFill>
                  <a:srgbClr val="8C9FB1"/>
                </a:solidFill>
              </a:defRPr>
            </a:lvl1pPr>
          </a:lstStyle>
          <a:p>
            <a:pPr lvl="0">
              <a:defRPr/>
            </a:pPr>
            <a:r>
              <a:rPr lang="de-DE"/>
              <a:t>06 </a:t>
            </a:r>
            <a:endParaRPr/>
          </a:p>
        </p:txBody>
      </p:sp>
      <p:sp>
        <p:nvSpPr>
          <p:cNvPr id="1635113204" name="Textplatzhalter 6"/>
          <p:cNvSpPr>
            <a:spLocks noGrp="1"/>
          </p:cNvSpPr>
          <p:nvPr>
            <p:ph type="body" sz="quarter" idx="13" hasCustomPrompt="1"/>
          </p:nvPr>
        </p:nvSpPr>
        <p:spPr bwMode="auto">
          <a:xfrm>
            <a:off x="948060" y="1631156"/>
            <a:ext cx="5039989" cy="281103"/>
          </a:xfrm>
        </p:spPr>
        <p:txBody>
          <a:bodyPr wrap="square">
            <a:noAutofit/>
          </a:bodyPr>
          <a:lstStyle>
            <a:lvl1pPr>
              <a:defRPr sz="1800"/>
            </a:lvl1pPr>
          </a:lstStyle>
          <a:p>
            <a:pPr lvl="0">
              <a:defRPr/>
            </a:pPr>
            <a:r>
              <a:rPr lang="de-DE"/>
              <a:t>Agendapunkt / Kapitelthema</a:t>
            </a:r>
            <a:endParaRPr/>
          </a:p>
        </p:txBody>
      </p:sp>
      <p:sp>
        <p:nvSpPr>
          <p:cNvPr id="1704984414" name="Textplatzhalter 6"/>
          <p:cNvSpPr>
            <a:spLocks noGrp="1"/>
          </p:cNvSpPr>
          <p:nvPr>
            <p:ph type="body" sz="quarter" idx="14" hasCustomPrompt="1"/>
          </p:nvPr>
        </p:nvSpPr>
        <p:spPr bwMode="auto">
          <a:xfrm>
            <a:off x="518318" y="1631156"/>
            <a:ext cx="320600" cy="281103"/>
          </a:xfrm>
        </p:spPr>
        <p:txBody>
          <a:bodyPr wrap="none" rIns="0">
            <a:noAutofit/>
          </a:bodyPr>
          <a:lstStyle>
            <a:lvl1pPr>
              <a:defRPr sz="1800" b="1">
                <a:solidFill>
                  <a:srgbClr val="8C9FB1"/>
                </a:solidFill>
              </a:defRPr>
            </a:lvl1pPr>
          </a:lstStyle>
          <a:p>
            <a:pPr lvl="0">
              <a:defRPr/>
            </a:pPr>
            <a:r>
              <a:rPr lang="de-DE"/>
              <a:t>01 </a:t>
            </a:r>
            <a:endParaRPr/>
          </a:p>
        </p:txBody>
      </p:sp>
      <p:sp>
        <p:nvSpPr>
          <p:cNvPr id="1482449609" name="Titel 1"/>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2141172815"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186832994"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243605176" name="Grafik 24"/>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Kapiteltrenner">
    <p:bg>
      <p:bgRef idx="1001">
        <a:schemeClr val="bg2"/>
      </p:bgRef>
    </p:bg>
    <p:spTree>
      <p:nvGrpSpPr>
        <p:cNvPr id="1" name=""/>
        <p:cNvGrpSpPr/>
        <p:nvPr/>
      </p:nvGrpSpPr>
      <p:grpSpPr bwMode="auto">
        <a:xfrm>
          <a:off x="0" y="0"/>
          <a:ext cx="0" cy="0"/>
          <a:chOff x="0" y="0"/>
          <a:chExt cx="0" cy="0"/>
        </a:xfrm>
      </p:grpSpPr>
      <p:sp>
        <p:nvSpPr>
          <p:cNvPr id="538362082" name="Titel 1"/>
          <p:cNvSpPr>
            <a:spLocks noGrp="1"/>
          </p:cNvSpPr>
          <p:nvPr>
            <p:ph type="title" hasCustomPrompt="1"/>
          </p:nvPr>
        </p:nvSpPr>
        <p:spPr bwMode="auto">
          <a:xfrm>
            <a:off x="518318" y="2875002"/>
            <a:ext cx="11157743" cy="1107996"/>
          </a:xfrm>
        </p:spPr>
        <p:txBody>
          <a:bodyPr anchor="ctr" anchorCtr="0"/>
          <a:lstStyle>
            <a:lvl1pPr>
              <a:defRPr sz="4000">
                <a:solidFill>
                  <a:schemeClr val="tx1"/>
                </a:solidFill>
              </a:defRPr>
            </a:lvl1pPr>
          </a:lstStyle>
          <a:p>
            <a:pPr>
              <a:defRPr/>
            </a:pPr>
            <a:r>
              <a:rPr lang="de-DE"/>
              <a:t>Kapiteltrenner</a:t>
            </a:r>
            <a:br>
              <a:rPr lang="de-DE"/>
            </a:br>
            <a:r>
              <a:rPr lang="de-DE"/>
              <a:t>Mehrzeilig möglich</a:t>
            </a:r>
            <a:endParaRPr/>
          </a:p>
        </p:txBody>
      </p:sp>
      <p:sp>
        <p:nvSpPr>
          <p:cNvPr id="631292374" name="Datumsplatzhalter 2"/>
          <p:cNvSpPr>
            <a:spLocks noGrp="1"/>
          </p:cNvSpPr>
          <p:nvPr>
            <p:ph type="dt" sz="half" idx="10"/>
          </p:nvPr>
        </p:nvSpPr>
        <p:spPr bwMode="auto"/>
        <p:txBody>
          <a:bodyPr/>
          <a:lstStyle>
            <a:lvl1pPr>
              <a:defRPr>
                <a:solidFill>
                  <a:schemeClr val="tx1"/>
                </a:solidFill>
              </a:defRPr>
            </a:lvl1pPr>
          </a:lstStyle>
          <a:p>
            <a:pPr>
              <a:defRPr/>
            </a:pPr>
            <a:fld id="{25DBE663-8CF8-4EA4-AF83-5C771F9A06FE}" type="datetime4">
              <a:rPr lang="de-DE"/>
              <a:t>3. August 2026</a:t>
            </a:fld>
            <a:endParaRPr lang="de-DE"/>
          </a:p>
        </p:txBody>
      </p:sp>
      <p:sp>
        <p:nvSpPr>
          <p:cNvPr id="755588793" name="Fußzeilenplatzhalter 3"/>
          <p:cNvSpPr>
            <a:spLocks noGrp="1"/>
          </p:cNvSpPr>
          <p:nvPr>
            <p:ph type="ftr" sz="quarter" idx="11"/>
          </p:nvPr>
        </p:nvSpPr>
        <p:spPr bwMode="auto"/>
        <p:txBody>
          <a:bodyPr/>
          <a:lstStyle>
            <a:lvl1pPr>
              <a:defRPr>
                <a:solidFill>
                  <a:schemeClr val="tx1"/>
                </a:solidFill>
              </a:defRPr>
            </a:lvl1pPr>
          </a:lstStyle>
          <a:p>
            <a:pPr>
              <a:defRPr/>
            </a:pPr>
            <a:r>
              <a:rPr lang="de-DE"/>
              <a:t>Technische Fakultät</a:t>
            </a:r>
            <a:endParaRPr lang="de-DE"/>
          </a:p>
        </p:txBody>
      </p:sp>
      <p:sp>
        <p:nvSpPr>
          <p:cNvPr id="449922499" name="Foliennummernplatzhalter 4"/>
          <p:cNvSpPr>
            <a:spLocks noGrp="1"/>
          </p:cNvSpPr>
          <p:nvPr>
            <p:ph type="sldNum" sz="quarter" idx="12"/>
          </p:nvPr>
        </p:nvSpPr>
        <p:spPr bwMode="auto"/>
        <p:txBody>
          <a:bodyPr/>
          <a:lstStyle>
            <a:lvl1pPr>
              <a:defRPr>
                <a:solidFill>
                  <a:schemeClr val="tx1"/>
                </a:solidFill>
              </a:defRPr>
            </a:lvl1pPr>
          </a:lstStyle>
          <a:p>
            <a:pPr>
              <a:defRPr/>
            </a:pPr>
            <a:fld id="{D949F9DF-37BD-4CD6-BF49-65BA579E1D7A}" type="slidenum">
              <a:rPr lang="de-DE"/>
              <a:t>4</a:t>
            </a:fld>
            <a:endParaRPr lang="de-DE"/>
          </a:p>
        </p:txBody>
      </p:sp>
      <p:sp>
        <p:nvSpPr>
          <p:cNvPr id="218235786" name="Rechteck 56"/>
          <p:cNvSpPr/>
          <p:nvPr userDrawn="1"/>
        </p:nvSpPr>
        <p:spPr bwMode="auto">
          <a:xfrm>
            <a:off x="517200" y="6538525"/>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1068783587" name="Rechteck 58"/>
          <p:cNvSpPr/>
          <p:nvPr userDrawn="1"/>
        </p:nvSpPr>
        <p:spPr bwMode="auto">
          <a:xfrm>
            <a:off x="518400" y="1196733"/>
            <a:ext cx="11676061"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grpSp>
        <p:nvGrpSpPr>
          <p:cNvPr id="198603676" name="Gruppieren 57"/>
          <p:cNvGrpSpPr/>
          <p:nvPr userDrawn="1"/>
        </p:nvGrpSpPr>
        <p:grpSpPr bwMode="auto">
          <a:xfrm>
            <a:off x="-390525" y="160153"/>
            <a:ext cx="333375" cy="136812"/>
            <a:chOff x="-133350" y="2711163"/>
            <a:chExt cx="333375" cy="136812"/>
          </a:xfrm>
        </p:grpSpPr>
        <p:cxnSp>
          <p:nvCxnSpPr>
            <p:cNvPr id="61" name="Gerader Verbinder 60"/>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p:cNvSpPr txBox="1"/>
            <p:nvPr userDrawn="1"/>
          </p:nvSpPr>
          <p:spPr bwMode="auto">
            <a:xfrm>
              <a:off x="-96506" y="2711163"/>
              <a:ext cx="259686"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08,70</a:t>
              </a:r>
              <a:endParaRPr/>
            </a:p>
          </p:txBody>
        </p:sp>
      </p:grpSp>
      <p:grpSp>
        <p:nvGrpSpPr>
          <p:cNvPr id="1691900283" name="Gruppieren 62"/>
          <p:cNvGrpSpPr/>
          <p:nvPr userDrawn="1"/>
        </p:nvGrpSpPr>
        <p:grpSpPr bwMode="auto">
          <a:xfrm>
            <a:off x="-390525" y="1131703"/>
            <a:ext cx="333375" cy="136812"/>
            <a:chOff x="-133350" y="2711163"/>
            <a:chExt cx="333375" cy="136812"/>
          </a:xfrm>
        </p:grpSpPr>
        <p:cxnSp>
          <p:nvCxnSpPr>
            <p:cNvPr id="64" name="Gerader Verbinder 63"/>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06,00</a:t>
              </a:r>
              <a:endParaRPr/>
            </a:p>
          </p:txBody>
        </p:sp>
      </p:grpSp>
      <p:grpSp>
        <p:nvGrpSpPr>
          <p:cNvPr id="1542375631" name="Gruppieren 65"/>
          <p:cNvGrpSpPr/>
          <p:nvPr userDrawn="1"/>
        </p:nvGrpSpPr>
        <p:grpSpPr bwMode="auto">
          <a:xfrm>
            <a:off x="-390525" y="1491963"/>
            <a:ext cx="333375" cy="136812"/>
            <a:chOff x="-133350" y="2711163"/>
            <a:chExt cx="333375" cy="136812"/>
          </a:xfrm>
        </p:grpSpPr>
        <p:cxnSp>
          <p:nvCxnSpPr>
            <p:cNvPr id="67" name="Gerader Verbinder 66"/>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05,00</a:t>
              </a:r>
              <a:endParaRPr/>
            </a:p>
          </p:txBody>
        </p:sp>
      </p:grpSp>
      <p:grpSp>
        <p:nvGrpSpPr>
          <p:cNvPr id="1400290824" name="Gruppieren 68"/>
          <p:cNvGrpSpPr/>
          <p:nvPr userDrawn="1"/>
        </p:nvGrpSpPr>
        <p:grpSpPr bwMode="auto">
          <a:xfrm>
            <a:off x="-390525" y="3292188"/>
            <a:ext cx="333375" cy="136812"/>
            <a:chOff x="-133350" y="2711163"/>
            <a:chExt cx="333375" cy="136812"/>
          </a:xfrm>
        </p:grpSpPr>
        <p:cxnSp>
          <p:nvCxnSpPr>
            <p:cNvPr id="70" name="Gerader Verbinder 69"/>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00,00</a:t>
              </a:r>
              <a:endParaRPr/>
            </a:p>
          </p:txBody>
        </p:sp>
      </p:grpSp>
      <p:grpSp>
        <p:nvGrpSpPr>
          <p:cNvPr id="641748295" name="Gruppieren 71"/>
          <p:cNvGrpSpPr/>
          <p:nvPr userDrawn="1"/>
        </p:nvGrpSpPr>
        <p:grpSpPr bwMode="auto">
          <a:xfrm>
            <a:off x="-390525" y="6063963"/>
            <a:ext cx="333375" cy="136812"/>
            <a:chOff x="-133350" y="2711163"/>
            <a:chExt cx="333375" cy="136812"/>
          </a:xfrm>
        </p:grpSpPr>
        <p:cxnSp>
          <p:nvCxnSpPr>
            <p:cNvPr id="73" name="Gerader Verbinder 72"/>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p:cNvSpPr txBox="1"/>
            <p:nvPr userDrawn="1"/>
          </p:nvSpPr>
          <p:spPr bwMode="auto">
            <a:xfrm>
              <a:off x="-96504"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07,70</a:t>
              </a:r>
              <a:endParaRPr/>
            </a:p>
          </p:txBody>
        </p:sp>
      </p:grpSp>
      <p:grpSp>
        <p:nvGrpSpPr>
          <p:cNvPr id="2048521744" name="Gruppieren 74"/>
          <p:cNvGrpSpPr/>
          <p:nvPr userDrawn="1"/>
        </p:nvGrpSpPr>
        <p:grpSpPr bwMode="auto">
          <a:xfrm>
            <a:off x="-390525" y="6495763"/>
            <a:ext cx="333375" cy="136812"/>
            <a:chOff x="-133350" y="2711163"/>
            <a:chExt cx="333375" cy="136812"/>
          </a:xfrm>
        </p:grpSpPr>
        <p:cxnSp>
          <p:nvCxnSpPr>
            <p:cNvPr id="76" name="Gerader Verbinder 75"/>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p:cNvSpPr txBox="1"/>
            <p:nvPr userDrawn="1"/>
          </p:nvSpPr>
          <p:spPr bwMode="auto">
            <a:xfrm>
              <a:off x="-96503"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08,90</a:t>
              </a:r>
              <a:endParaRPr/>
            </a:p>
          </p:txBody>
        </p:sp>
      </p:grpSp>
      <p:grpSp>
        <p:nvGrpSpPr>
          <p:cNvPr id="2046677589" name="Gruppieren 77"/>
          <p:cNvGrpSpPr/>
          <p:nvPr userDrawn="1"/>
        </p:nvGrpSpPr>
        <p:grpSpPr bwMode="auto">
          <a:xfrm rot="16199998">
            <a:off x="281643" y="-299136"/>
            <a:ext cx="333375" cy="136808"/>
            <a:chOff x="-133350" y="2711167"/>
            <a:chExt cx="333375" cy="136808"/>
          </a:xfrm>
        </p:grpSpPr>
        <p:cxnSp>
          <p:nvCxnSpPr>
            <p:cNvPr id="79" name="Gerader Verbinder 78"/>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p:cNvSpPr txBox="1"/>
            <p:nvPr userDrawn="1"/>
          </p:nvSpPr>
          <p:spPr bwMode="auto">
            <a:xfrm>
              <a:off x="-96507" y="2711167"/>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1771779793" name="Gruppieren 80"/>
          <p:cNvGrpSpPr/>
          <p:nvPr userDrawn="1"/>
        </p:nvGrpSpPr>
        <p:grpSpPr bwMode="auto">
          <a:xfrm rot="16199998">
            <a:off x="5752962" y="-299136"/>
            <a:ext cx="333375" cy="136804"/>
            <a:chOff x="-133350" y="2711171"/>
            <a:chExt cx="333375" cy="136804"/>
          </a:xfrm>
        </p:grpSpPr>
        <p:cxnSp>
          <p:nvCxnSpPr>
            <p:cNvPr id="82" name="Gerader Verbinder 81"/>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p:cNvSpPr txBox="1"/>
            <p:nvPr userDrawn="1"/>
          </p:nvSpPr>
          <p:spPr bwMode="auto">
            <a:xfrm>
              <a:off x="-96504" y="271117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grpSp>
        <p:nvGrpSpPr>
          <p:cNvPr id="56670572" name="Gruppieren 83"/>
          <p:cNvGrpSpPr/>
          <p:nvPr userDrawn="1"/>
        </p:nvGrpSpPr>
        <p:grpSpPr bwMode="auto">
          <a:xfrm>
            <a:off x="6203950" y="-397424"/>
            <a:ext cx="124906" cy="333375"/>
            <a:chOff x="6416680" y="-397424"/>
            <a:chExt cx="124906" cy="333375"/>
          </a:xfrm>
        </p:grpSpPr>
        <p:cxnSp>
          <p:nvCxnSpPr>
            <p:cNvPr id="85" name="Gerader Verbinder 84"/>
            <p:cNvCxnSpPr/>
            <p:nvPr userDrawn="1"/>
          </p:nvCxnSpPr>
          <p:spPr bwMode="auto">
            <a:xfrm rot="16199998">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p:cNvSpPr txBox="1"/>
            <p:nvPr userDrawn="1"/>
          </p:nvSpPr>
          <p:spPr bwMode="auto">
            <a:xfrm rot="16199998">
              <a:off x="6349289" y="-29319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cxnSp>
        <p:nvCxnSpPr>
          <p:cNvPr id="1662347293" name="Gerader Verbinder 86"/>
          <p:cNvCxnSpPr/>
          <p:nvPr userDrawn="1"/>
        </p:nvCxnSpPr>
        <p:spPr bwMode="auto">
          <a:xfrm rot="16199998">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609233077" name="Gruppieren 87"/>
          <p:cNvGrpSpPr/>
          <p:nvPr userDrawn="1"/>
        </p:nvGrpSpPr>
        <p:grpSpPr bwMode="auto">
          <a:xfrm rot="16199998">
            <a:off x="11447325" y="-299139"/>
            <a:ext cx="333375" cy="136800"/>
            <a:chOff x="-133350" y="2711175"/>
            <a:chExt cx="333375" cy="136800"/>
          </a:xfrm>
        </p:grpSpPr>
        <p:cxnSp>
          <p:nvCxnSpPr>
            <p:cNvPr id="89" name="Gerader Verbinder 88"/>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p:cNvSpPr txBox="1"/>
            <p:nvPr userDrawn="1"/>
          </p:nvSpPr>
          <p:spPr bwMode="auto">
            <a:xfrm>
              <a:off x="-96501" y="2711175"/>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1288038999" name="Gruppieren 90"/>
          <p:cNvGrpSpPr/>
          <p:nvPr userDrawn="1"/>
        </p:nvGrpSpPr>
        <p:grpSpPr bwMode="auto">
          <a:xfrm>
            <a:off x="510639" y="293096"/>
            <a:ext cx="2388067" cy="301237"/>
            <a:chOff x="510639" y="293688"/>
            <a:chExt cx="2594512" cy="327279"/>
          </a:xfrm>
        </p:grpSpPr>
        <p:sp>
          <p:nvSpPr>
            <p:cNvPr id="92" name="Freihandform: Form 139"/>
            <p:cNvSpPr/>
            <p:nvPr/>
          </p:nvSpPr>
          <p:spPr bwMode="auto">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fill="norm" stroke="1" extrusionOk="0">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pPr>
                <a:defRPr/>
              </a:pPr>
              <a:endParaRPr lang="de-DE"/>
            </a:p>
          </p:txBody>
        </p:sp>
        <p:sp>
          <p:nvSpPr>
            <p:cNvPr id="93" name="Freihandform: Form 140"/>
            <p:cNvSpPr/>
            <p:nvPr/>
          </p:nvSpPr>
          <p:spPr bwMode="auto">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94" name="Freihandform: Form 141"/>
            <p:cNvSpPr/>
            <p:nvPr/>
          </p:nvSpPr>
          <p:spPr bwMode="auto">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95" name="Freihandform: Form 142"/>
            <p:cNvSpPr/>
            <p:nvPr/>
          </p:nvSpPr>
          <p:spPr bwMode="auto">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pPr>
                <a:defRPr/>
              </a:pPr>
              <a:endParaRPr lang="de-DE"/>
            </a:p>
          </p:txBody>
        </p:sp>
        <p:sp>
          <p:nvSpPr>
            <p:cNvPr id="96" name="Freihandform: Form 143"/>
            <p:cNvSpPr/>
            <p:nvPr/>
          </p:nvSpPr>
          <p:spPr bwMode="auto">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fill="norm" stroke="1" extrusionOk="0">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pPr>
                <a:defRPr/>
              </a:pPr>
              <a:endParaRPr lang="de-DE"/>
            </a:p>
          </p:txBody>
        </p:sp>
        <p:sp>
          <p:nvSpPr>
            <p:cNvPr id="97" name="Freihandform: Form 144"/>
            <p:cNvSpPr/>
            <p:nvPr/>
          </p:nvSpPr>
          <p:spPr bwMode="auto">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98" name="Freihandform: Form 145"/>
            <p:cNvSpPr/>
            <p:nvPr/>
          </p:nvSpPr>
          <p:spPr bwMode="auto">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pPr>
                <a:defRPr/>
              </a:pPr>
              <a:endParaRPr lang="de-DE"/>
            </a:p>
          </p:txBody>
        </p:sp>
        <p:sp>
          <p:nvSpPr>
            <p:cNvPr id="99" name="Freihandform: Form 146"/>
            <p:cNvSpPr/>
            <p:nvPr/>
          </p:nvSpPr>
          <p:spPr bwMode="auto">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fill="norm" stroke="1" extrusionOk="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pPr>
                <a:defRPr/>
              </a:pPr>
              <a:endParaRPr lang="de-DE"/>
            </a:p>
          </p:txBody>
        </p:sp>
        <p:sp>
          <p:nvSpPr>
            <p:cNvPr id="100" name="Freihandform: Form 147"/>
            <p:cNvSpPr/>
            <p:nvPr/>
          </p:nvSpPr>
          <p:spPr bwMode="auto">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fill="norm" stroke="1" extrusionOk="0">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pPr>
                <a:defRPr/>
              </a:pPr>
              <a:endParaRPr lang="de-DE"/>
            </a:p>
          </p:txBody>
        </p:sp>
        <p:sp>
          <p:nvSpPr>
            <p:cNvPr id="101" name="Freihandform: Form 148"/>
            <p:cNvSpPr/>
            <p:nvPr/>
          </p:nvSpPr>
          <p:spPr bwMode="auto">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fill="norm" stroke="1" extrusionOk="0">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pPr>
                <a:defRPr/>
              </a:pPr>
              <a:endParaRPr lang="de-DE"/>
            </a:p>
          </p:txBody>
        </p:sp>
        <p:sp>
          <p:nvSpPr>
            <p:cNvPr id="102" name="Freihandform: Form 149"/>
            <p:cNvSpPr/>
            <p:nvPr/>
          </p:nvSpPr>
          <p:spPr bwMode="auto">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fill="norm" stroke="1" extrusionOk="0">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pPr>
                <a:defRPr/>
              </a:pPr>
              <a:endParaRPr lang="de-DE"/>
            </a:p>
          </p:txBody>
        </p:sp>
        <p:sp>
          <p:nvSpPr>
            <p:cNvPr id="103" name="Freihandform: Form 150"/>
            <p:cNvSpPr/>
            <p:nvPr/>
          </p:nvSpPr>
          <p:spPr bwMode="auto">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fill="norm" stroke="1" extrusionOk="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pPr>
                <a:defRPr/>
              </a:pPr>
              <a:endParaRPr lang="de-DE"/>
            </a:p>
          </p:txBody>
        </p:sp>
        <p:sp>
          <p:nvSpPr>
            <p:cNvPr id="104" name="Freihandform: Form 151"/>
            <p:cNvSpPr/>
            <p:nvPr/>
          </p:nvSpPr>
          <p:spPr bwMode="auto">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05" name="Freihandform: Form 152"/>
            <p:cNvSpPr/>
            <p:nvPr/>
          </p:nvSpPr>
          <p:spPr bwMode="auto">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fill="norm" stroke="1" extrusionOk="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pPr>
                <a:defRPr/>
              </a:pPr>
              <a:endParaRPr lang="de-DE"/>
            </a:p>
          </p:txBody>
        </p:sp>
        <p:sp>
          <p:nvSpPr>
            <p:cNvPr id="106" name="Freihandform: Form 153"/>
            <p:cNvSpPr/>
            <p:nvPr/>
          </p:nvSpPr>
          <p:spPr bwMode="auto">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fill="norm" stroke="1" extrusionOk="0">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pPr>
                <a:defRPr/>
              </a:pPr>
              <a:endParaRPr lang="de-DE"/>
            </a:p>
          </p:txBody>
        </p:sp>
        <p:sp>
          <p:nvSpPr>
            <p:cNvPr id="107" name="Freihandform: Form 154"/>
            <p:cNvSpPr/>
            <p:nvPr/>
          </p:nvSpPr>
          <p:spPr bwMode="auto">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fill="norm" stroke="1" extrusionOk="0">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pPr>
                <a:defRPr/>
              </a:pPr>
              <a:endParaRPr lang="de-DE"/>
            </a:p>
          </p:txBody>
        </p:sp>
        <p:sp>
          <p:nvSpPr>
            <p:cNvPr id="108" name="Freihandform: Form 155"/>
            <p:cNvSpPr/>
            <p:nvPr/>
          </p:nvSpPr>
          <p:spPr bwMode="auto">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fill="norm" stroke="1" extrusionOk="0">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pPr>
                <a:defRPr/>
              </a:pPr>
              <a:endParaRPr lang="de-DE"/>
            </a:p>
          </p:txBody>
        </p:sp>
        <p:sp>
          <p:nvSpPr>
            <p:cNvPr id="109" name="Freihandform: Form 156"/>
            <p:cNvSpPr/>
            <p:nvPr/>
          </p:nvSpPr>
          <p:spPr bwMode="auto">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10" name="Freihandform: Form 157"/>
            <p:cNvSpPr/>
            <p:nvPr/>
          </p:nvSpPr>
          <p:spPr bwMode="auto">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11" name="Freihandform: Form 158"/>
            <p:cNvSpPr/>
            <p:nvPr/>
          </p:nvSpPr>
          <p:spPr bwMode="auto">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fill="norm" stroke="1" extrusionOk="0">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pPr>
                <a:defRPr/>
              </a:pPr>
              <a:endParaRPr lang="de-DE"/>
            </a:p>
          </p:txBody>
        </p:sp>
        <p:sp>
          <p:nvSpPr>
            <p:cNvPr id="161" name="Freihandform: Form 159"/>
            <p:cNvSpPr/>
            <p:nvPr/>
          </p:nvSpPr>
          <p:spPr bwMode="auto">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fill="norm" stroke="1" extrusionOk="0">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pPr>
                <a:defRPr/>
              </a:pPr>
              <a:endParaRPr lang="de-DE"/>
            </a:p>
          </p:txBody>
        </p:sp>
        <p:sp>
          <p:nvSpPr>
            <p:cNvPr id="162" name="Freihandform: Form 160"/>
            <p:cNvSpPr/>
            <p:nvPr/>
          </p:nvSpPr>
          <p:spPr bwMode="auto">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fill="norm" stroke="1" extrusionOk="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pPr>
                <a:defRPr/>
              </a:pPr>
              <a:endParaRPr lang="de-DE"/>
            </a:p>
          </p:txBody>
        </p:sp>
        <p:sp>
          <p:nvSpPr>
            <p:cNvPr id="163" name="Freihandform: Form 161"/>
            <p:cNvSpPr/>
            <p:nvPr/>
          </p:nvSpPr>
          <p:spPr bwMode="auto">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164" name="Freihandform: Form 162"/>
            <p:cNvSpPr/>
            <p:nvPr/>
          </p:nvSpPr>
          <p:spPr bwMode="auto">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fill="norm" stroke="1" extrusionOk="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pPr>
                <a:defRPr/>
              </a:pPr>
              <a:endParaRPr lang="de-DE"/>
            </a:p>
          </p:txBody>
        </p:sp>
        <p:sp>
          <p:nvSpPr>
            <p:cNvPr id="165" name="Freihandform: Form 163"/>
            <p:cNvSpPr/>
            <p:nvPr/>
          </p:nvSpPr>
          <p:spPr bwMode="auto">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66" name="Freihandform: Form 165"/>
            <p:cNvSpPr/>
            <p:nvPr/>
          </p:nvSpPr>
          <p:spPr bwMode="auto">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67" name="Freihandform: Form 166"/>
            <p:cNvSpPr/>
            <p:nvPr/>
          </p:nvSpPr>
          <p:spPr bwMode="auto">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fill="norm" stroke="1" extrusionOk="0">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pPr>
                <a:defRPr/>
              </a:pPr>
              <a:endParaRPr lang="de-DE"/>
            </a:p>
          </p:txBody>
        </p:sp>
        <p:sp>
          <p:nvSpPr>
            <p:cNvPr id="168" name="Freihandform: Form 168"/>
            <p:cNvSpPr/>
            <p:nvPr/>
          </p:nvSpPr>
          <p:spPr bwMode="auto">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169" name="Freihandform: Form 169"/>
            <p:cNvSpPr/>
            <p:nvPr/>
          </p:nvSpPr>
          <p:spPr bwMode="auto">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fill="norm" stroke="1" extrusionOk="0">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pPr>
                <a:defRPr/>
              </a:pPr>
              <a:endParaRPr lang="de-DE"/>
            </a:p>
          </p:txBody>
        </p:sp>
        <p:sp>
          <p:nvSpPr>
            <p:cNvPr id="170" name="Freihandform: Form 170"/>
            <p:cNvSpPr/>
            <p:nvPr/>
          </p:nvSpPr>
          <p:spPr bwMode="auto">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fill="norm" stroke="1" extrusionOk="0">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pPr>
                <a:defRPr/>
              </a:pPr>
              <a:endParaRPr lang="de-DE"/>
            </a:p>
          </p:txBody>
        </p:sp>
        <p:sp>
          <p:nvSpPr>
            <p:cNvPr id="171" name="Freihandform: Form 171"/>
            <p:cNvSpPr/>
            <p:nvPr/>
          </p:nvSpPr>
          <p:spPr bwMode="auto">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fill="norm" stroke="1" extrusionOk="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pPr>
                <a:defRPr/>
              </a:pPr>
              <a:endParaRPr lang="de-DE"/>
            </a:p>
          </p:txBody>
        </p:sp>
        <p:sp>
          <p:nvSpPr>
            <p:cNvPr id="172" name="Freihandform: Form 172"/>
            <p:cNvSpPr/>
            <p:nvPr/>
          </p:nvSpPr>
          <p:spPr bwMode="auto">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fill="norm" stroke="1" extrusionOk="0">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pPr>
                <a:defRPr/>
              </a:pPr>
              <a:endParaRPr lang="de-DE"/>
            </a:p>
          </p:txBody>
        </p:sp>
        <p:sp>
          <p:nvSpPr>
            <p:cNvPr id="173" name="Freihandform: Form 173"/>
            <p:cNvSpPr/>
            <p:nvPr/>
          </p:nvSpPr>
          <p:spPr bwMode="auto">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pPr>
                <a:defRPr/>
              </a:pPr>
              <a:endParaRPr lang="de-DE"/>
            </a:p>
          </p:txBody>
        </p:sp>
        <p:sp>
          <p:nvSpPr>
            <p:cNvPr id="174" name="Freihandform: Form 174"/>
            <p:cNvSpPr/>
            <p:nvPr/>
          </p:nvSpPr>
          <p:spPr bwMode="auto">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fill="norm" stroke="1" extrusionOk="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pPr>
                <a:defRPr/>
              </a:pPr>
              <a:endParaRPr lang="de-DE"/>
            </a:p>
          </p:txBody>
        </p:sp>
        <p:sp>
          <p:nvSpPr>
            <p:cNvPr id="175" name="Freihandform: Form 175"/>
            <p:cNvSpPr/>
            <p:nvPr/>
          </p:nvSpPr>
          <p:spPr bwMode="auto">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fill="norm" stroke="1" extrusionOk="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pPr>
                <a:defRPr/>
              </a:pPr>
              <a:endParaRPr lang="de-DE"/>
            </a:p>
          </p:txBody>
        </p:sp>
        <p:sp>
          <p:nvSpPr>
            <p:cNvPr id="176" name="Freihandform: Form 176"/>
            <p:cNvSpPr/>
            <p:nvPr/>
          </p:nvSpPr>
          <p:spPr bwMode="auto">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fill="norm" stroke="1" extrusionOk="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pPr>
                <a:defRPr/>
              </a:pPr>
              <a:endParaRPr lang="de-DE"/>
            </a:p>
          </p:txBody>
        </p:sp>
        <p:sp>
          <p:nvSpPr>
            <p:cNvPr id="177" name="Freihandform: Form 177"/>
            <p:cNvSpPr/>
            <p:nvPr/>
          </p:nvSpPr>
          <p:spPr bwMode="auto">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fill="norm" stroke="1" extrusionOk="0">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pPr>
                <a:defRPr/>
              </a:pPr>
              <a:endParaRPr lang="de-DE"/>
            </a:p>
          </p:txBody>
        </p:sp>
        <p:sp>
          <p:nvSpPr>
            <p:cNvPr id="178" name="Freihandform: Form 178"/>
            <p:cNvSpPr/>
            <p:nvPr/>
          </p:nvSpPr>
          <p:spPr bwMode="auto">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fill="norm" stroke="1" extrusionOk="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pPr>
                <a:defRPr/>
              </a:pPr>
              <a:endParaRPr lang="de-DE"/>
            </a:p>
          </p:txBody>
        </p:sp>
        <p:sp>
          <p:nvSpPr>
            <p:cNvPr id="179" name="Freihandform: Form 179"/>
            <p:cNvSpPr/>
            <p:nvPr/>
          </p:nvSpPr>
          <p:spPr bwMode="auto">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fill="norm" stroke="1" extrusionOk="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pPr>
                <a:defRPr/>
              </a:pPr>
              <a:endParaRPr lang="de-DE"/>
            </a:p>
          </p:txBody>
        </p:sp>
        <p:sp>
          <p:nvSpPr>
            <p:cNvPr id="180" name="Freihandform: Form 180"/>
            <p:cNvSpPr/>
            <p:nvPr/>
          </p:nvSpPr>
          <p:spPr bwMode="auto">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fill="norm" stroke="1" extrusionOk="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pPr>
                <a:defRPr/>
              </a:pPr>
              <a:endParaRPr lang="de-DE"/>
            </a:p>
          </p:txBody>
        </p:sp>
        <p:sp>
          <p:nvSpPr>
            <p:cNvPr id="181" name="Freihandform: Form 181"/>
            <p:cNvSpPr/>
            <p:nvPr/>
          </p:nvSpPr>
          <p:spPr bwMode="auto">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pPr>
                <a:defRPr/>
              </a:pPr>
              <a:endParaRPr lang="de-DE"/>
            </a:p>
          </p:txBody>
        </p:sp>
        <p:sp>
          <p:nvSpPr>
            <p:cNvPr id="182" name="Freihandform: Form 182"/>
            <p:cNvSpPr/>
            <p:nvPr/>
          </p:nvSpPr>
          <p:spPr bwMode="auto">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fill="norm" stroke="1" extrusionOk="0">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pPr>
                <a:defRPr/>
              </a:pPr>
              <a:endParaRPr lang="de-DE"/>
            </a:p>
          </p:txBody>
        </p:sp>
        <p:sp>
          <p:nvSpPr>
            <p:cNvPr id="183" name="Freihandform: Form 183"/>
            <p:cNvSpPr/>
            <p:nvPr/>
          </p:nvSpPr>
          <p:spPr bwMode="auto">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fill="norm" stroke="1" extrusionOk="0">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pPr>
                <a:defRPr/>
              </a:pPr>
              <a:endParaRPr lang="de-DE"/>
            </a:p>
          </p:txBody>
        </p:sp>
        <p:sp>
          <p:nvSpPr>
            <p:cNvPr id="184" name="Freihandform: Form 184"/>
            <p:cNvSpPr/>
            <p:nvPr/>
          </p:nvSpPr>
          <p:spPr bwMode="auto">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fill="norm" stroke="1" extrusionOk="0">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pPr>
                <a:defRPr/>
              </a:pPr>
              <a:endParaRPr lang="de-DE"/>
            </a:p>
          </p:txBody>
        </p:sp>
        <p:sp>
          <p:nvSpPr>
            <p:cNvPr id="185" name="Freihandform: Form 185"/>
            <p:cNvSpPr/>
            <p:nvPr/>
          </p:nvSpPr>
          <p:spPr bwMode="auto">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fill="norm" stroke="1" extrusionOk="0">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pPr>
                <a:defRPr/>
              </a:pPr>
              <a:endParaRPr lang="de-DE"/>
            </a:p>
          </p:txBody>
        </p:sp>
        <p:sp>
          <p:nvSpPr>
            <p:cNvPr id="186" name="Freihandform: Form 186"/>
            <p:cNvSpPr/>
            <p:nvPr/>
          </p:nvSpPr>
          <p:spPr bwMode="auto">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fill="norm" stroke="1" extrusionOk="0">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pPr>
                <a:defRPr/>
              </a:pPr>
              <a:endParaRPr lang="de-DE"/>
            </a:p>
          </p:txBody>
        </p:sp>
        <p:sp>
          <p:nvSpPr>
            <p:cNvPr id="187" name="Freihandform: Form 187"/>
            <p:cNvSpPr/>
            <p:nvPr/>
          </p:nvSpPr>
          <p:spPr bwMode="auto">
            <a:xfrm>
              <a:off x="1905021" y="500119"/>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fill="norm" stroke="1" extrusionOk="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pPr>
                <a:defRPr/>
              </a:pPr>
              <a:endParaRPr lang="de-DE"/>
            </a:p>
          </p:txBody>
        </p:sp>
        <p:sp>
          <p:nvSpPr>
            <p:cNvPr id="188" name="Freihandform: Form 188"/>
            <p:cNvSpPr/>
            <p:nvPr/>
          </p:nvSpPr>
          <p:spPr bwMode="auto">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fill="norm" stroke="1" extrusionOk="0">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pPr>
                <a:defRPr/>
              </a:pPr>
              <a:endParaRPr lang="de-DE"/>
            </a:p>
          </p:txBody>
        </p:sp>
        <p:sp>
          <p:nvSpPr>
            <p:cNvPr id="189" name="Freihandform: Form 189"/>
            <p:cNvSpPr/>
            <p:nvPr/>
          </p:nvSpPr>
          <p:spPr bwMode="auto">
            <a:xfrm>
              <a:off x="2069462" y="500119"/>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fill="norm" stroke="1" extrusionOk="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pPr>
                <a:defRPr/>
              </a:pPr>
              <a:endParaRPr lang="de-DE"/>
            </a:p>
          </p:txBody>
        </p:sp>
      </p:grpSp>
      <p:sp>
        <p:nvSpPr>
          <p:cNvPr id="723897873" name="Freihandform: Form 87"/>
          <p:cNvSpPr/>
          <p:nvPr userDrawn="1"/>
        </p:nvSpPr>
        <p:spPr bwMode="auto">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fill="norm" stroke="1" extrusionOk="0">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pPr>
              <a:defRPr/>
            </a:pPr>
            <a:endParaRPr lang="de-DE"/>
          </a:p>
        </p:txBody>
      </p:sp>
      <p:pic>
        <p:nvPicPr>
          <p:cNvPr id="1279679697" name="Grafik 111"/>
          <p:cNvPicPr>
            <a:picLocks noChangeAspect="1"/>
          </p:cNvPicPr>
          <p:nvPr userDrawn="1"/>
        </p:nvPicPr>
        <p:blipFill rotWithShape="1">
          <a:blip r:embed="rId2"/>
          <a:stretch/>
        </p:blipFill>
        <p:spPr bwMode="auto">
          <a:xfrm>
            <a:off x="8581493" y="300704"/>
            <a:ext cx="1543659" cy="541185"/>
          </a:xfrm>
          <a:prstGeom prst="rect">
            <a:avLst/>
          </a:prstGeom>
        </p:spPr>
      </p:pic>
      <p:sp>
        <p:nvSpPr>
          <p:cNvPr id="137115090" name="Bildplatzhalter 5"/>
          <p:cNvSpPr>
            <a:spLocks noGrp="1"/>
          </p:cNvSpPr>
          <p:nvPr>
            <p:ph type="pic" sz="quarter" idx="13"/>
          </p:nvPr>
        </p:nvSpPr>
        <p:spPr bwMode="auto">
          <a:xfrm>
            <a:off x="6524462" y="300704"/>
            <a:ext cx="1731896" cy="535987"/>
          </a:xfrm>
        </p:spPr>
        <p:txBody>
          <a:bodyPr/>
          <a:lstStyle/>
          <a:p>
            <a:pPr>
              <a:defRPr/>
            </a:pPr>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folie">
    <p:spTree>
      <p:nvGrpSpPr>
        <p:cNvPr id="1" name=""/>
        <p:cNvGrpSpPr/>
        <p:nvPr/>
      </p:nvGrpSpPr>
      <p:grpSpPr bwMode="auto">
        <a:xfrm>
          <a:off x="0" y="0"/>
          <a:ext cx="0" cy="0"/>
          <a:chOff x="0" y="0"/>
          <a:chExt cx="0" cy="0"/>
        </a:xfrm>
      </p:grpSpPr>
      <p:sp>
        <p:nvSpPr>
          <p:cNvPr id="1493959475" name="Datumsplatzhalter 2"/>
          <p:cNvSpPr>
            <a:spLocks noGrp="1"/>
          </p:cNvSpPr>
          <p:nvPr>
            <p:ph type="dt" sz="half" idx="10"/>
          </p:nvPr>
        </p:nvSpPr>
        <p:spPr bwMode="auto"/>
        <p:txBody>
          <a:bodyPr/>
          <a:lstStyle/>
          <a:p>
            <a:pPr>
              <a:defRPr/>
            </a:pPr>
            <a:fld id="{0B4FCF17-48A0-4939-9B86-4A0E590241E6}" type="datetime4">
              <a:rPr lang="de-DE"/>
              <a:t>3. August 2026</a:t>
            </a:fld>
            <a:endParaRPr lang="de-DE"/>
          </a:p>
        </p:txBody>
      </p:sp>
      <p:sp>
        <p:nvSpPr>
          <p:cNvPr id="1644826022" name="Fußzeilenplatzhalter 3"/>
          <p:cNvSpPr>
            <a:spLocks noGrp="1"/>
          </p:cNvSpPr>
          <p:nvPr>
            <p:ph type="ftr" sz="quarter" idx="11"/>
          </p:nvPr>
        </p:nvSpPr>
        <p:spPr bwMode="auto"/>
        <p:txBody>
          <a:bodyPr/>
          <a:lstStyle/>
          <a:p>
            <a:pPr>
              <a:defRPr/>
            </a:pPr>
            <a:r>
              <a:rPr lang="de-DE"/>
              <a:t>Technische Fakultät</a:t>
            </a:r>
            <a:endParaRPr lang="de-DE"/>
          </a:p>
        </p:txBody>
      </p:sp>
      <p:sp>
        <p:nvSpPr>
          <p:cNvPr id="155275573" name="Foliennummernplatzhalter 4"/>
          <p:cNvSpPr>
            <a:spLocks noGrp="1"/>
          </p:cNvSpPr>
          <p:nvPr>
            <p:ph type="sldNum" sz="quarter" idx="12"/>
          </p:nvPr>
        </p:nvSpPr>
        <p:spPr bwMode="auto"/>
        <p:txBody>
          <a:bodyPr/>
          <a:lstStyle/>
          <a:p>
            <a:pPr>
              <a:defRPr/>
            </a:pPr>
            <a:fld id="{D949F9DF-37BD-4CD6-BF49-65BA579E1D7A}" type="slidenum">
              <a:rPr lang="de-DE"/>
              <a:t>5</a:t>
            </a:fld>
            <a:endParaRPr lang="de-DE"/>
          </a:p>
        </p:txBody>
      </p:sp>
      <p:sp>
        <p:nvSpPr>
          <p:cNvPr id="1409982013" name="Textplatzhalter 6"/>
          <p:cNvSpPr>
            <a:spLocks noGrp="1"/>
          </p:cNvSpPr>
          <p:nvPr>
            <p:ph type="body" sz="quarter" idx="13"/>
          </p:nvPr>
        </p:nvSpPr>
        <p:spPr bwMode="auto">
          <a:xfrm>
            <a:off x="518317" y="1631156"/>
            <a:ext cx="11157745" cy="4569619"/>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2084557773" name="Titel 5"/>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209538845"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915299953"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981085909" name="Grafik 11"/>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folie | zweispaltig">
    <p:spTree>
      <p:nvGrpSpPr>
        <p:cNvPr id="1" name=""/>
        <p:cNvGrpSpPr/>
        <p:nvPr/>
      </p:nvGrpSpPr>
      <p:grpSpPr bwMode="auto">
        <a:xfrm>
          <a:off x="0" y="0"/>
          <a:ext cx="0" cy="0"/>
          <a:chOff x="0" y="0"/>
          <a:chExt cx="0" cy="0"/>
        </a:xfrm>
      </p:grpSpPr>
      <p:sp>
        <p:nvSpPr>
          <p:cNvPr id="949923642" name="Datumsplatzhalter 2"/>
          <p:cNvSpPr>
            <a:spLocks noGrp="1"/>
          </p:cNvSpPr>
          <p:nvPr>
            <p:ph type="dt" sz="half" idx="10"/>
          </p:nvPr>
        </p:nvSpPr>
        <p:spPr bwMode="auto"/>
        <p:txBody>
          <a:bodyPr/>
          <a:lstStyle/>
          <a:p>
            <a:pPr>
              <a:defRPr/>
            </a:pPr>
            <a:fld id="{871C8739-BFB7-40C2-B28E-69BB709E9C11}" type="datetime4">
              <a:rPr lang="de-DE"/>
              <a:t>3. August 2026</a:t>
            </a:fld>
            <a:endParaRPr lang="de-DE"/>
          </a:p>
        </p:txBody>
      </p:sp>
      <p:sp>
        <p:nvSpPr>
          <p:cNvPr id="1602972724" name="Fußzeilenplatzhalter 3"/>
          <p:cNvSpPr>
            <a:spLocks noGrp="1"/>
          </p:cNvSpPr>
          <p:nvPr>
            <p:ph type="ftr" sz="quarter" idx="11"/>
          </p:nvPr>
        </p:nvSpPr>
        <p:spPr bwMode="auto"/>
        <p:txBody>
          <a:bodyPr/>
          <a:lstStyle/>
          <a:p>
            <a:pPr>
              <a:defRPr/>
            </a:pPr>
            <a:r>
              <a:rPr lang="de-DE"/>
              <a:t>Technische Fakultät</a:t>
            </a:r>
            <a:endParaRPr lang="de-DE"/>
          </a:p>
        </p:txBody>
      </p:sp>
      <p:sp>
        <p:nvSpPr>
          <p:cNvPr id="930530060" name="Foliennummernplatzhalter 4"/>
          <p:cNvSpPr>
            <a:spLocks noGrp="1"/>
          </p:cNvSpPr>
          <p:nvPr>
            <p:ph type="sldNum" sz="quarter" idx="12"/>
          </p:nvPr>
        </p:nvSpPr>
        <p:spPr bwMode="auto"/>
        <p:txBody>
          <a:bodyPr/>
          <a:lstStyle/>
          <a:p>
            <a:pPr>
              <a:defRPr/>
            </a:pPr>
            <a:fld id="{D949F9DF-37BD-4CD6-BF49-65BA579E1D7A}" type="slidenum">
              <a:rPr lang="de-DE"/>
              <a:t>6</a:t>
            </a:fld>
            <a:endParaRPr lang="de-DE"/>
          </a:p>
        </p:txBody>
      </p:sp>
      <p:sp>
        <p:nvSpPr>
          <p:cNvPr id="1386178071" name="Textplatzhalter 6"/>
          <p:cNvSpPr>
            <a:spLocks noGrp="1"/>
          </p:cNvSpPr>
          <p:nvPr>
            <p:ph type="body" sz="quarter" idx="13"/>
          </p:nvPr>
        </p:nvSpPr>
        <p:spPr bwMode="auto">
          <a:xfrm>
            <a:off x="518318" y="1631156"/>
            <a:ext cx="5469732" cy="4569619"/>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379234758" name="Textplatzhalter 6"/>
          <p:cNvSpPr>
            <a:spLocks noGrp="1"/>
          </p:cNvSpPr>
          <p:nvPr>
            <p:ph type="body" sz="quarter" idx="14"/>
          </p:nvPr>
        </p:nvSpPr>
        <p:spPr bwMode="auto">
          <a:xfrm>
            <a:off x="6206329" y="1631156"/>
            <a:ext cx="5469732" cy="4569619"/>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430860990" name="Titel 5"/>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578071653"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624500376"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672056886" name="Grafik 12"/>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folie | dreispaltig">
    <p:spTree>
      <p:nvGrpSpPr>
        <p:cNvPr id="1" name=""/>
        <p:cNvGrpSpPr/>
        <p:nvPr/>
      </p:nvGrpSpPr>
      <p:grpSpPr bwMode="auto">
        <a:xfrm>
          <a:off x="0" y="0"/>
          <a:ext cx="0" cy="0"/>
          <a:chOff x="0" y="0"/>
          <a:chExt cx="0" cy="0"/>
        </a:xfrm>
      </p:grpSpPr>
      <p:sp>
        <p:nvSpPr>
          <p:cNvPr id="2036089245" name="Datumsplatzhalter 2"/>
          <p:cNvSpPr>
            <a:spLocks noGrp="1"/>
          </p:cNvSpPr>
          <p:nvPr>
            <p:ph type="dt" sz="half" idx="10"/>
          </p:nvPr>
        </p:nvSpPr>
        <p:spPr bwMode="auto"/>
        <p:txBody>
          <a:bodyPr/>
          <a:lstStyle/>
          <a:p>
            <a:pPr>
              <a:defRPr/>
            </a:pPr>
            <a:fld id="{9F7B6080-B214-4A27-A13D-95A31493955D}" type="datetime4">
              <a:rPr lang="de-DE"/>
              <a:t>3. August 2026</a:t>
            </a:fld>
            <a:endParaRPr lang="de-DE"/>
          </a:p>
        </p:txBody>
      </p:sp>
      <p:sp>
        <p:nvSpPr>
          <p:cNvPr id="1432707777" name="Fußzeilenplatzhalter 3"/>
          <p:cNvSpPr>
            <a:spLocks noGrp="1"/>
          </p:cNvSpPr>
          <p:nvPr>
            <p:ph type="ftr" sz="quarter" idx="11"/>
          </p:nvPr>
        </p:nvSpPr>
        <p:spPr bwMode="auto"/>
        <p:txBody>
          <a:bodyPr/>
          <a:lstStyle/>
          <a:p>
            <a:pPr>
              <a:defRPr/>
            </a:pPr>
            <a:r>
              <a:rPr lang="de-DE"/>
              <a:t>Technische Fakultät</a:t>
            </a:r>
            <a:endParaRPr lang="de-DE"/>
          </a:p>
        </p:txBody>
      </p:sp>
      <p:sp>
        <p:nvSpPr>
          <p:cNvPr id="1208139893" name="Foliennummernplatzhalter 4"/>
          <p:cNvSpPr>
            <a:spLocks noGrp="1"/>
          </p:cNvSpPr>
          <p:nvPr>
            <p:ph type="sldNum" sz="quarter" idx="12"/>
          </p:nvPr>
        </p:nvSpPr>
        <p:spPr bwMode="auto">
          <a:xfrm>
            <a:off x="11482099" y="6634666"/>
            <a:ext cx="193964" cy="123111"/>
          </a:xfrm>
        </p:spPr>
        <p:txBody>
          <a:bodyPr/>
          <a:lstStyle/>
          <a:p>
            <a:pPr>
              <a:defRPr/>
            </a:pPr>
            <a:fld id="{D949F9DF-37BD-4CD6-BF49-65BA579E1D7A}" type="slidenum">
              <a:rPr lang="de-DE"/>
              <a:t>7</a:t>
            </a:fld>
            <a:endParaRPr lang="de-DE"/>
          </a:p>
        </p:txBody>
      </p:sp>
      <p:sp>
        <p:nvSpPr>
          <p:cNvPr id="843928731" name="Titel 5"/>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779147338" name="Textplatzhalter 6"/>
          <p:cNvSpPr>
            <a:spLocks noGrp="1"/>
          </p:cNvSpPr>
          <p:nvPr>
            <p:ph type="body" sz="quarter" idx="16"/>
          </p:nvPr>
        </p:nvSpPr>
        <p:spPr bwMode="auto">
          <a:xfrm>
            <a:off x="518318" y="1631157"/>
            <a:ext cx="3568821" cy="456961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674832837" name="Textplatzhalter 6"/>
          <p:cNvSpPr>
            <a:spLocks noGrp="1"/>
          </p:cNvSpPr>
          <p:nvPr>
            <p:ph type="body" sz="quarter" idx="17"/>
          </p:nvPr>
        </p:nvSpPr>
        <p:spPr bwMode="auto">
          <a:xfrm>
            <a:off x="8107242" y="1631157"/>
            <a:ext cx="3568821" cy="456961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865111145" name="Textplatzhalter 6"/>
          <p:cNvSpPr>
            <a:spLocks noGrp="1"/>
          </p:cNvSpPr>
          <p:nvPr>
            <p:ph type="body" sz="quarter" idx="18"/>
          </p:nvPr>
        </p:nvSpPr>
        <p:spPr bwMode="auto">
          <a:xfrm>
            <a:off x="4312780" y="1631157"/>
            <a:ext cx="3568821" cy="456961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012524525"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179829796"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286930689" name="Grafik 15"/>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Bildfolie">
    <p:spTree>
      <p:nvGrpSpPr>
        <p:cNvPr id="1" name=""/>
        <p:cNvGrpSpPr/>
        <p:nvPr/>
      </p:nvGrpSpPr>
      <p:grpSpPr bwMode="auto">
        <a:xfrm>
          <a:off x="0" y="0"/>
          <a:ext cx="0" cy="0"/>
          <a:chOff x="0" y="0"/>
          <a:chExt cx="0" cy="0"/>
        </a:xfrm>
      </p:grpSpPr>
      <p:sp>
        <p:nvSpPr>
          <p:cNvPr id="1430200712" name="Datumsplatzhalter 2"/>
          <p:cNvSpPr>
            <a:spLocks noGrp="1"/>
          </p:cNvSpPr>
          <p:nvPr>
            <p:ph type="dt" sz="half" idx="10"/>
          </p:nvPr>
        </p:nvSpPr>
        <p:spPr bwMode="auto"/>
        <p:txBody>
          <a:bodyPr/>
          <a:lstStyle/>
          <a:p>
            <a:pPr>
              <a:defRPr/>
            </a:pPr>
            <a:fld id="{A4E4BF54-E288-44CA-9624-72B71A8A42AB}" type="datetime4">
              <a:rPr lang="de-DE"/>
              <a:t>3. August 2026</a:t>
            </a:fld>
            <a:endParaRPr lang="de-DE"/>
          </a:p>
        </p:txBody>
      </p:sp>
      <p:sp>
        <p:nvSpPr>
          <p:cNvPr id="1098584198" name="Fußzeilenplatzhalter 3"/>
          <p:cNvSpPr>
            <a:spLocks noGrp="1"/>
          </p:cNvSpPr>
          <p:nvPr>
            <p:ph type="ftr" sz="quarter" idx="11"/>
          </p:nvPr>
        </p:nvSpPr>
        <p:spPr bwMode="auto"/>
        <p:txBody>
          <a:bodyPr/>
          <a:lstStyle/>
          <a:p>
            <a:pPr>
              <a:defRPr/>
            </a:pPr>
            <a:r>
              <a:rPr lang="de-DE"/>
              <a:t>Technische Fakultät</a:t>
            </a:r>
            <a:endParaRPr lang="de-DE"/>
          </a:p>
        </p:txBody>
      </p:sp>
      <p:sp>
        <p:nvSpPr>
          <p:cNvPr id="1531409584" name="Foliennummernplatzhalter 4"/>
          <p:cNvSpPr>
            <a:spLocks noGrp="1"/>
          </p:cNvSpPr>
          <p:nvPr>
            <p:ph type="sldNum" sz="quarter" idx="12"/>
          </p:nvPr>
        </p:nvSpPr>
        <p:spPr bwMode="auto"/>
        <p:txBody>
          <a:bodyPr/>
          <a:lstStyle/>
          <a:p>
            <a:pPr>
              <a:defRPr/>
            </a:pPr>
            <a:fld id="{D949F9DF-37BD-4CD6-BF49-65BA579E1D7A}" type="slidenum">
              <a:rPr lang="de-DE"/>
              <a:t>8</a:t>
            </a:fld>
            <a:endParaRPr lang="de-DE"/>
          </a:p>
        </p:txBody>
      </p:sp>
      <p:sp>
        <p:nvSpPr>
          <p:cNvPr id="1169855751" name="Textplatzhalter 6"/>
          <p:cNvSpPr>
            <a:spLocks noGrp="1"/>
          </p:cNvSpPr>
          <p:nvPr>
            <p:ph type="body" sz="quarter" idx="13"/>
          </p:nvPr>
        </p:nvSpPr>
        <p:spPr bwMode="auto">
          <a:xfrm>
            <a:off x="518318" y="1631156"/>
            <a:ext cx="5469732" cy="4569619"/>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481830293" name="Titel 5"/>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318448910" name="Bildplatzhalter 8"/>
          <p:cNvSpPr>
            <a:spLocks noGrp="1"/>
          </p:cNvSpPr>
          <p:nvPr>
            <p:ph type="pic" sz="quarter" idx="25" hasCustomPrompt="1"/>
          </p:nvPr>
        </p:nvSpPr>
        <p:spPr bwMode="auto">
          <a:xfrm>
            <a:off x="6206329" y="1631155"/>
            <a:ext cx="5469732" cy="4569619"/>
          </a:xfrm>
          <a:prstGeom prst="rect">
            <a:avLst/>
          </a:prstGeom>
          <a:solidFill>
            <a:schemeClr val="bg1">
              <a:lumMod val="95000"/>
            </a:schemeClr>
          </a:solidFill>
        </p:spPr>
        <p:txBody>
          <a:bodyPr/>
          <a:lstStyle/>
          <a:p>
            <a:pPr>
              <a:defRPr/>
            </a:pPr>
            <a:r>
              <a:rPr lang="de-DE"/>
              <a:t> </a:t>
            </a:r>
            <a:endParaRPr/>
          </a:p>
        </p:txBody>
      </p:sp>
      <p:sp>
        <p:nvSpPr>
          <p:cNvPr id="522074373"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146834744"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763469955" name="Grafik 13"/>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ild- Textfolie">
    <p:spTree>
      <p:nvGrpSpPr>
        <p:cNvPr id="1" name=""/>
        <p:cNvGrpSpPr/>
        <p:nvPr/>
      </p:nvGrpSpPr>
      <p:grpSpPr bwMode="auto">
        <a:xfrm>
          <a:off x="0" y="0"/>
          <a:ext cx="0" cy="0"/>
          <a:chOff x="0" y="0"/>
          <a:chExt cx="0" cy="0"/>
        </a:xfrm>
      </p:grpSpPr>
      <p:sp>
        <p:nvSpPr>
          <p:cNvPr id="1055072374" name="Bildplatzhalter 8"/>
          <p:cNvSpPr>
            <a:spLocks noGrp="1"/>
          </p:cNvSpPr>
          <p:nvPr>
            <p:ph type="pic" sz="quarter" idx="25" hasCustomPrompt="1"/>
          </p:nvPr>
        </p:nvSpPr>
        <p:spPr bwMode="auto">
          <a:xfrm>
            <a:off x="518318" y="1631155"/>
            <a:ext cx="5469732" cy="4569619"/>
          </a:xfrm>
          <a:prstGeom prst="rect">
            <a:avLst/>
          </a:prstGeom>
          <a:solidFill>
            <a:schemeClr val="bg1">
              <a:lumMod val="95000"/>
            </a:schemeClr>
          </a:solidFill>
        </p:spPr>
        <p:txBody>
          <a:bodyPr/>
          <a:lstStyle/>
          <a:p>
            <a:pPr>
              <a:defRPr/>
            </a:pPr>
            <a:r>
              <a:rPr lang="de-DE"/>
              <a:t> </a:t>
            </a:r>
            <a:endParaRPr/>
          </a:p>
        </p:txBody>
      </p:sp>
      <p:sp>
        <p:nvSpPr>
          <p:cNvPr id="1000948973" name="Datumsplatzhalter 2"/>
          <p:cNvSpPr>
            <a:spLocks noGrp="1"/>
          </p:cNvSpPr>
          <p:nvPr>
            <p:ph type="dt" sz="half" idx="10"/>
          </p:nvPr>
        </p:nvSpPr>
        <p:spPr bwMode="auto"/>
        <p:txBody>
          <a:bodyPr/>
          <a:lstStyle/>
          <a:p>
            <a:pPr>
              <a:defRPr/>
            </a:pPr>
            <a:fld id="{9F2055A8-E7B1-419D-84AA-0C89B698BF26}" type="datetime4">
              <a:rPr lang="de-DE"/>
              <a:t>3. August 2026</a:t>
            </a:fld>
            <a:endParaRPr lang="de-DE"/>
          </a:p>
        </p:txBody>
      </p:sp>
      <p:sp>
        <p:nvSpPr>
          <p:cNvPr id="1441522478" name="Fußzeilenplatzhalter 3"/>
          <p:cNvSpPr>
            <a:spLocks noGrp="1"/>
          </p:cNvSpPr>
          <p:nvPr>
            <p:ph type="ftr" sz="quarter" idx="11"/>
          </p:nvPr>
        </p:nvSpPr>
        <p:spPr bwMode="auto"/>
        <p:txBody>
          <a:bodyPr/>
          <a:lstStyle/>
          <a:p>
            <a:pPr>
              <a:defRPr/>
            </a:pPr>
            <a:r>
              <a:rPr lang="de-DE"/>
              <a:t>Technische Fakultät</a:t>
            </a:r>
            <a:endParaRPr lang="de-DE"/>
          </a:p>
        </p:txBody>
      </p:sp>
      <p:sp>
        <p:nvSpPr>
          <p:cNvPr id="583881505" name="Foliennummernplatzhalter 4"/>
          <p:cNvSpPr>
            <a:spLocks noGrp="1"/>
          </p:cNvSpPr>
          <p:nvPr>
            <p:ph type="sldNum" sz="quarter" idx="12"/>
          </p:nvPr>
        </p:nvSpPr>
        <p:spPr bwMode="auto">
          <a:xfrm>
            <a:off x="11482099" y="6634666"/>
            <a:ext cx="193964" cy="123111"/>
          </a:xfrm>
        </p:spPr>
        <p:txBody>
          <a:bodyPr/>
          <a:lstStyle/>
          <a:p>
            <a:pPr>
              <a:defRPr/>
            </a:pPr>
            <a:fld id="{D949F9DF-37BD-4CD6-BF49-65BA579E1D7A}" type="slidenum">
              <a:rPr lang="de-DE"/>
              <a:t>9</a:t>
            </a:fld>
            <a:endParaRPr lang="de-DE"/>
          </a:p>
        </p:txBody>
      </p:sp>
      <p:sp>
        <p:nvSpPr>
          <p:cNvPr id="1576582332" name="Textplatzhalter 6"/>
          <p:cNvSpPr>
            <a:spLocks noGrp="1"/>
          </p:cNvSpPr>
          <p:nvPr>
            <p:ph type="body" sz="quarter" idx="13"/>
          </p:nvPr>
        </p:nvSpPr>
        <p:spPr bwMode="auto">
          <a:xfrm>
            <a:off x="6206331" y="1631156"/>
            <a:ext cx="5469732" cy="4569619"/>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92830540" name="Titel 5"/>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20235994"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936155376"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466860974" name="Grafik 13"/>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Bildfolie | mit Störer">
    <p:spTree>
      <p:nvGrpSpPr>
        <p:cNvPr id="1" name=""/>
        <p:cNvGrpSpPr/>
        <p:nvPr/>
      </p:nvGrpSpPr>
      <p:grpSpPr bwMode="auto">
        <a:xfrm>
          <a:off x="0" y="0"/>
          <a:ext cx="0" cy="0"/>
          <a:chOff x="0" y="0"/>
          <a:chExt cx="0" cy="0"/>
        </a:xfrm>
      </p:grpSpPr>
      <p:sp>
        <p:nvSpPr>
          <p:cNvPr id="168219869" name="Bildplatzhalter 8"/>
          <p:cNvSpPr>
            <a:spLocks noGrp="1"/>
          </p:cNvSpPr>
          <p:nvPr>
            <p:ph type="pic" sz="quarter" idx="13" hasCustomPrompt="1"/>
          </p:nvPr>
        </p:nvSpPr>
        <p:spPr bwMode="auto">
          <a:xfrm>
            <a:off x="0" y="0"/>
            <a:ext cx="12192000" cy="6858000"/>
          </a:xfrm>
          <a:prstGeom prst="rect">
            <a:avLst/>
          </a:prstGeom>
          <a:solidFill>
            <a:schemeClr val="bg1">
              <a:lumMod val="95000"/>
            </a:schemeClr>
          </a:solidFill>
        </p:spPr>
        <p:txBody>
          <a:bodyPr/>
          <a:lstStyle/>
          <a:p>
            <a:pPr>
              <a:defRPr/>
            </a:pPr>
            <a:r>
              <a:rPr lang="de-DE"/>
              <a:t> </a:t>
            </a:r>
            <a:endParaRPr/>
          </a:p>
        </p:txBody>
      </p:sp>
      <p:sp>
        <p:nvSpPr>
          <p:cNvPr id="1175136110" name="Textplatzhalter 6"/>
          <p:cNvSpPr>
            <a:spLocks noGrp="1"/>
          </p:cNvSpPr>
          <p:nvPr>
            <p:ph type="body" sz="quarter" idx="14"/>
          </p:nvPr>
        </p:nvSpPr>
        <p:spPr bwMode="auto">
          <a:xfrm>
            <a:off x="518319" y="3431381"/>
            <a:ext cx="3571200" cy="2769394"/>
          </a:xfrm>
          <a:prstGeom prst="rect">
            <a:avLst/>
          </a:prstGeom>
          <a:solidFill>
            <a:schemeClr val="bg1"/>
          </a:solidFill>
        </p:spPr>
        <p:txBody>
          <a:bodyPr wrap="square" lIns="180000" tIns="180000" rIns="360000" bIns="180000">
            <a:no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grpSp>
        <p:nvGrpSpPr>
          <p:cNvPr id="125038804" name="Gruppieren 3"/>
          <p:cNvGrpSpPr/>
          <p:nvPr userDrawn="1"/>
        </p:nvGrpSpPr>
        <p:grpSpPr bwMode="auto">
          <a:xfrm>
            <a:off x="-390525" y="160153"/>
            <a:ext cx="333375" cy="136812"/>
            <a:chOff x="-133350" y="2711163"/>
            <a:chExt cx="333375" cy="136812"/>
          </a:xfrm>
        </p:grpSpPr>
        <p:cxnSp>
          <p:nvCxnSpPr>
            <p:cNvPr id="5" name="Gerader Verbinder 4"/>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userDrawn="1"/>
          </p:nvSpPr>
          <p:spPr bwMode="auto">
            <a:xfrm>
              <a:off x="-96506" y="2711163"/>
              <a:ext cx="259686"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08,70</a:t>
              </a:r>
              <a:endParaRPr/>
            </a:p>
          </p:txBody>
        </p:sp>
      </p:grpSp>
      <p:grpSp>
        <p:nvGrpSpPr>
          <p:cNvPr id="1322217531" name="Gruppieren 7"/>
          <p:cNvGrpSpPr/>
          <p:nvPr userDrawn="1"/>
        </p:nvGrpSpPr>
        <p:grpSpPr bwMode="auto">
          <a:xfrm>
            <a:off x="-390525" y="1131703"/>
            <a:ext cx="333375" cy="136812"/>
            <a:chOff x="-133350" y="2711163"/>
            <a:chExt cx="333375" cy="136812"/>
          </a:xfrm>
        </p:grpSpPr>
        <p:cxnSp>
          <p:nvCxnSpPr>
            <p:cNvPr id="10" name="Gerader Verbinder 9"/>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06,00</a:t>
              </a:r>
              <a:endParaRPr/>
            </a:p>
          </p:txBody>
        </p:sp>
      </p:grpSp>
      <p:grpSp>
        <p:nvGrpSpPr>
          <p:cNvPr id="1444377072" name="Gruppieren 11"/>
          <p:cNvGrpSpPr/>
          <p:nvPr userDrawn="1"/>
        </p:nvGrpSpPr>
        <p:grpSpPr bwMode="auto">
          <a:xfrm>
            <a:off x="-390525" y="1491963"/>
            <a:ext cx="333375" cy="136812"/>
            <a:chOff x="-133350" y="2711163"/>
            <a:chExt cx="333375" cy="136812"/>
          </a:xfrm>
        </p:grpSpPr>
        <p:cxnSp>
          <p:nvCxnSpPr>
            <p:cNvPr id="13" name="Gerader Verbinder 12"/>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05,00</a:t>
              </a:r>
              <a:endParaRPr/>
            </a:p>
          </p:txBody>
        </p:sp>
      </p:grpSp>
      <p:grpSp>
        <p:nvGrpSpPr>
          <p:cNvPr id="795687456" name="Gruppieren 14"/>
          <p:cNvGrpSpPr/>
          <p:nvPr userDrawn="1"/>
        </p:nvGrpSpPr>
        <p:grpSpPr bwMode="auto">
          <a:xfrm>
            <a:off x="-390525" y="3292188"/>
            <a:ext cx="333375" cy="136812"/>
            <a:chOff x="-133350" y="2711163"/>
            <a:chExt cx="333375" cy="136812"/>
          </a:xfrm>
        </p:grpSpPr>
        <p:cxnSp>
          <p:nvCxnSpPr>
            <p:cNvPr id="16" name="Gerader Verbinder 15"/>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00,00</a:t>
              </a:r>
              <a:endParaRPr/>
            </a:p>
          </p:txBody>
        </p:sp>
      </p:grpSp>
      <p:grpSp>
        <p:nvGrpSpPr>
          <p:cNvPr id="1474703269" name="Gruppieren 17"/>
          <p:cNvGrpSpPr/>
          <p:nvPr userDrawn="1"/>
        </p:nvGrpSpPr>
        <p:grpSpPr bwMode="auto">
          <a:xfrm>
            <a:off x="-390525" y="6063963"/>
            <a:ext cx="333375" cy="136812"/>
            <a:chOff x="-133350" y="2711163"/>
            <a:chExt cx="333375" cy="136812"/>
          </a:xfrm>
        </p:grpSpPr>
        <p:cxnSp>
          <p:nvCxnSpPr>
            <p:cNvPr id="19" name="Gerader Verbinder 18"/>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p:cNvSpPr txBox="1"/>
            <p:nvPr userDrawn="1"/>
          </p:nvSpPr>
          <p:spPr bwMode="auto">
            <a:xfrm>
              <a:off x="-96504"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07,70</a:t>
              </a:r>
              <a:endParaRPr/>
            </a:p>
          </p:txBody>
        </p:sp>
      </p:grpSp>
      <p:grpSp>
        <p:nvGrpSpPr>
          <p:cNvPr id="991784678" name="Gruppieren 20"/>
          <p:cNvGrpSpPr/>
          <p:nvPr userDrawn="1"/>
        </p:nvGrpSpPr>
        <p:grpSpPr bwMode="auto">
          <a:xfrm>
            <a:off x="-390525" y="6495763"/>
            <a:ext cx="333375" cy="136812"/>
            <a:chOff x="-133350" y="2711163"/>
            <a:chExt cx="333375" cy="136812"/>
          </a:xfrm>
        </p:grpSpPr>
        <p:cxnSp>
          <p:nvCxnSpPr>
            <p:cNvPr id="22" name="Gerader Verbinder 21"/>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p:cNvSpPr txBox="1"/>
            <p:nvPr userDrawn="1"/>
          </p:nvSpPr>
          <p:spPr bwMode="auto">
            <a:xfrm>
              <a:off x="-96503"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08,90</a:t>
              </a:r>
              <a:endParaRPr/>
            </a:p>
          </p:txBody>
        </p:sp>
      </p:grpSp>
      <p:grpSp>
        <p:nvGrpSpPr>
          <p:cNvPr id="837360078" name="Gruppieren 23"/>
          <p:cNvGrpSpPr/>
          <p:nvPr userDrawn="1"/>
        </p:nvGrpSpPr>
        <p:grpSpPr bwMode="auto">
          <a:xfrm rot="16199998">
            <a:off x="281643" y="-299136"/>
            <a:ext cx="333375" cy="136808"/>
            <a:chOff x="-133350" y="2711167"/>
            <a:chExt cx="333375" cy="136808"/>
          </a:xfrm>
        </p:grpSpPr>
        <p:cxnSp>
          <p:nvCxnSpPr>
            <p:cNvPr id="25" name="Gerader Verbinder 24"/>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p:cNvSpPr txBox="1"/>
            <p:nvPr userDrawn="1"/>
          </p:nvSpPr>
          <p:spPr bwMode="auto">
            <a:xfrm>
              <a:off x="-96507" y="2711167"/>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1104383621" name="Gruppieren 26"/>
          <p:cNvGrpSpPr/>
          <p:nvPr userDrawn="1"/>
        </p:nvGrpSpPr>
        <p:grpSpPr bwMode="auto">
          <a:xfrm rot="16199998">
            <a:off x="5752962" y="-299136"/>
            <a:ext cx="333375" cy="136804"/>
            <a:chOff x="-133350" y="2711171"/>
            <a:chExt cx="333375" cy="136804"/>
          </a:xfrm>
        </p:grpSpPr>
        <p:cxnSp>
          <p:nvCxnSpPr>
            <p:cNvPr id="28" name="Gerader Verbinder 27"/>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p:cNvSpPr txBox="1"/>
            <p:nvPr userDrawn="1"/>
          </p:nvSpPr>
          <p:spPr bwMode="auto">
            <a:xfrm>
              <a:off x="-96504" y="271117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grpSp>
        <p:nvGrpSpPr>
          <p:cNvPr id="2096717758" name="Gruppieren 29"/>
          <p:cNvGrpSpPr/>
          <p:nvPr userDrawn="1"/>
        </p:nvGrpSpPr>
        <p:grpSpPr bwMode="auto">
          <a:xfrm>
            <a:off x="6203950" y="-397424"/>
            <a:ext cx="124906" cy="333375"/>
            <a:chOff x="6416680" y="-397424"/>
            <a:chExt cx="124906" cy="333375"/>
          </a:xfrm>
        </p:grpSpPr>
        <p:cxnSp>
          <p:nvCxnSpPr>
            <p:cNvPr id="31" name="Gerader Verbinder 30"/>
            <p:cNvCxnSpPr/>
            <p:nvPr userDrawn="1"/>
          </p:nvCxnSpPr>
          <p:spPr bwMode="auto">
            <a:xfrm rot="16199998">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p:cNvSpPr txBox="1"/>
            <p:nvPr userDrawn="1"/>
          </p:nvSpPr>
          <p:spPr bwMode="auto">
            <a:xfrm rot="16199998">
              <a:off x="6349289" y="-29319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cxnSp>
        <p:nvCxnSpPr>
          <p:cNvPr id="748008448" name="Gerader Verbinder 32"/>
          <p:cNvCxnSpPr/>
          <p:nvPr userDrawn="1"/>
        </p:nvCxnSpPr>
        <p:spPr bwMode="auto">
          <a:xfrm rot="16199998">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932207210" name="Gruppieren 33"/>
          <p:cNvGrpSpPr/>
          <p:nvPr userDrawn="1"/>
        </p:nvGrpSpPr>
        <p:grpSpPr bwMode="auto">
          <a:xfrm rot="16199998">
            <a:off x="11447325" y="-299139"/>
            <a:ext cx="333375" cy="136800"/>
            <a:chOff x="-133350" y="2711175"/>
            <a:chExt cx="333375" cy="136800"/>
          </a:xfrm>
        </p:grpSpPr>
        <p:cxnSp>
          <p:nvCxnSpPr>
            <p:cNvPr id="35" name="Gerader Verbinder 34"/>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p:cNvSpPr txBox="1"/>
            <p:nvPr userDrawn="1"/>
          </p:nvSpPr>
          <p:spPr bwMode="auto">
            <a:xfrm>
              <a:off x="-96501" y="2711175"/>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ildfolie | 1x">
    <p:spTree>
      <p:nvGrpSpPr>
        <p:cNvPr id="1" name=""/>
        <p:cNvGrpSpPr/>
        <p:nvPr/>
      </p:nvGrpSpPr>
      <p:grpSpPr bwMode="auto">
        <a:xfrm>
          <a:off x="0" y="0"/>
          <a:ext cx="0" cy="0"/>
          <a:chOff x="0" y="0"/>
          <a:chExt cx="0" cy="0"/>
        </a:xfrm>
      </p:grpSpPr>
      <p:sp>
        <p:nvSpPr>
          <p:cNvPr id="832914270" name="Datumsplatzhalter 2"/>
          <p:cNvSpPr>
            <a:spLocks noGrp="1"/>
          </p:cNvSpPr>
          <p:nvPr>
            <p:ph type="dt" sz="half" idx="10"/>
          </p:nvPr>
        </p:nvSpPr>
        <p:spPr bwMode="auto"/>
        <p:txBody>
          <a:bodyPr/>
          <a:lstStyle/>
          <a:p>
            <a:pPr>
              <a:defRPr/>
            </a:pPr>
            <a:fld id="{02D4C7B6-65DB-4651-9D6D-787BD251B230}" type="datetime4">
              <a:rPr lang="de-DE"/>
              <a:t>3. August 2026</a:t>
            </a:fld>
            <a:endParaRPr lang="de-DE"/>
          </a:p>
        </p:txBody>
      </p:sp>
      <p:sp>
        <p:nvSpPr>
          <p:cNvPr id="1398185325" name="Fußzeilenplatzhalter 3"/>
          <p:cNvSpPr>
            <a:spLocks noGrp="1"/>
          </p:cNvSpPr>
          <p:nvPr>
            <p:ph type="ftr" sz="quarter" idx="11"/>
          </p:nvPr>
        </p:nvSpPr>
        <p:spPr bwMode="auto"/>
        <p:txBody>
          <a:bodyPr/>
          <a:lstStyle/>
          <a:p>
            <a:pPr>
              <a:defRPr/>
            </a:pPr>
            <a:r>
              <a:rPr lang="de-DE"/>
              <a:t>Technische Fakultät</a:t>
            </a:r>
            <a:endParaRPr lang="de-DE"/>
          </a:p>
        </p:txBody>
      </p:sp>
      <p:sp>
        <p:nvSpPr>
          <p:cNvPr id="564303227" name="Foliennummernplatzhalter 4"/>
          <p:cNvSpPr>
            <a:spLocks noGrp="1"/>
          </p:cNvSpPr>
          <p:nvPr>
            <p:ph type="sldNum" sz="quarter" idx="12"/>
          </p:nvPr>
        </p:nvSpPr>
        <p:spPr bwMode="auto"/>
        <p:txBody>
          <a:bodyPr/>
          <a:lstStyle/>
          <a:p>
            <a:pPr>
              <a:defRPr/>
            </a:pPr>
            <a:fld id="{D949F9DF-37BD-4CD6-BF49-65BA579E1D7A}" type="slidenum">
              <a:rPr lang="de-DE"/>
              <a:t>&lt;#&gt;</a:t>
            </a:fld>
            <a:endParaRPr lang="de-DE"/>
          </a:p>
        </p:txBody>
      </p:sp>
      <p:sp>
        <p:nvSpPr>
          <p:cNvPr id="1458041506" name="Titel 12"/>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48830129" name="Bildplatzhalter 8"/>
          <p:cNvSpPr>
            <a:spLocks noGrp="1"/>
          </p:cNvSpPr>
          <p:nvPr>
            <p:ph type="pic" sz="quarter" idx="25" hasCustomPrompt="1"/>
          </p:nvPr>
        </p:nvSpPr>
        <p:spPr bwMode="auto">
          <a:xfrm>
            <a:off x="518317" y="1631156"/>
            <a:ext cx="11157746" cy="3951164"/>
          </a:xfrm>
          <a:prstGeom prst="rect">
            <a:avLst/>
          </a:prstGeom>
          <a:solidFill>
            <a:schemeClr val="bg1">
              <a:lumMod val="95000"/>
            </a:schemeClr>
          </a:solidFill>
        </p:spPr>
        <p:txBody>
          <a:bodyPr/>
          <a:lstStyle/>
          <a:p>
            <a:pPr>
              <a:defRPr/>
            </a:pPr>
            <a:r>
              <a:rPr lang="de-DE"/>
              <a:t> </a:t>
            </a:r>
            <a:endParaRPr/>
          </a:p>
        </p:txBody>
      </p:sp>
      <p:sp>
        <p:nvSpPr>
          <p:cNvPr id="55556229" name="Textplatzhalter 10"/>
          <p:cNvSpPr>
            <a:spLocks noGrp="1"/>
          </p:cNvSpPr>
          <p:nvPr>
            <p:ph type="body" sz="quarter" idx="26"/>
          </p:nvPr>
        </p:nvSpPr>
        <p:spPr bwMode="auto">
          <a:xfrm>
            <a:off x="518317" y="5690271"/>
            <a:ext cx="11157746" cy="511084"/>
          </a:xfrm>
        </p:spPr>
        <p:txBody>
          <a:bodyPr wrap="square">
            <a:noAutofit/>
          </a:bodyPr>
          <a:lstStyle>
            <a:lvl1pPr>
              <a:lnSpc>
                <a:spcPct val="110000"/>
              </a:lnSpc>
              <a:spcAft>
                <a:spcPts val="0"/>
              </a:spcAft>
              <a:defRPr sz="1400"/>
            </a:lvl1pPr>
          </a:lstStyle>
          <a:p>
            <a:pPr lvl="0">
              <a:defRPr/>
            </a:pPr>
            <a:r>
              <a:rPr lang="de-DE"/>
              <a:t>Mastertextformat bearbeiten</a:t>
            </a:r>
            <a:endParaRPr/>
          </a:p>
        </p:txBody>
      </p:sp>
      <p:sp>
        <p:nvSpPr>
          <p:cNvPr id="998496500"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856472037"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600402140" name="Grafik 14"/>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ildfolie | 2x">
    <p:spTree>
      <p:nvGrpSpPr>
        <p:cNvPr id="1" name=""/>
        <p:cNvGrpSpPr/>
        <p:nvPr/>
      </p:nvGrpSpPr>
      <p:grpSpPr bwMode="auto">
        <a:xfrm>
          <a:off x="0" y="0"/>
          <a:ext cx="0" cy="0"/>
          <a:chOff x="0" y="0"/>
          <a:chExt cx="0" cy="0"/>
        </a:xfrm>
      </p:grpSpPr>
      <p:sp>
        <p:nvSpPr>
          <p:cNvPr id="528325892" name="Datumsplatzhalter 2"/>
          <p:cNvSpPr>
            <a:spLocks noGrp="1"/>
          </p:cNvSpPr>
          <p:nvPr>
            <p:ph type="dt" sz="half" idx="10"/>
          </p:nvPr>
        </p:nvSpPr>
        <p:spPr bwMode="auto"/>
        <p:txBody>
          <a:bodyPr/>
          <a:lstStyle/>
          <a:p>
            <a:pPr>
              <a:defRPr/>
            </a:pPr>
            <a:fld id="{556074B9-4BBE-42DB-8ECC-1B8A75D6203E}" type="datetime4">
              <a:rPr lang="de-DE"/>
              <a:t>3. August 2026</a:t>
            </a:fld>
            <a:endParaRPr lang="de-DE"/>
          </a:p>
        </p:txBody>
      </p:sp>
      <p:sp>
        <p:nvSpPr>
          <p:cNvPr id="488834436" name="Fußzeilenplatzhalter 3"/>
          <p:cNvSpPr>
            <a:spLocks noGrp="1"/>
          </p:cNvSpPr>
          <p:nvPr>
            <p:ph type="ftr" sz="quarter" idx="11"/>
          </p:nvPr>
        </p:nvSpPr>
        <p:spPr bwMode="auto"/>
        <p:txBody>
          <a:bodyPr/>
          <a:lstStyle/>
          <a:p>
            <a:pPr>
              <a:defRPr/>
            </a:pPr>
            <a:r>
              <a:rPr lang="de-DE"/>
              <a:t>Technische Fakultät</a:t>
            </a:r>
            <a:endParaRPr lang="de-DE"/>
          </a:p>
        </p:txBody>
      </p:sp>
      <p:sp>
        <p:nvSpPr>
          <p:cNvPr id="1022376700" name="Foliennummernplatzhalter 4"/>
          <p:cNvSpPr>
            <a:spLocks noGrp="1"/>
          </p:cNvSpPr>
          <p:nvPr>
            <p:ph type="sldNum" sz="quarter" idx="12"/>
          </p:nvPr>
        </p:nvSpPr>
        <p:spPr bwMode="auto">
          <a:xfrm>
            <a:off x="11482099" y="6634666"/>
            <a:ext cx="193964" cy="123111"/>
          </a:xfrm>
        </p:spPr>
        <p:txBody>
          <a:bodyPr/>
          <a:lstStyle/>
          <a:p>
            <a:pPr>
              <a:defRPr/>
            </a:pPr>
            <a:fld id="{D949F9DF-37BD-4CD6-BF49-65BA579E1D7A}" type="slidenum">
              <a:rPr lang="de-DE"/>
              <a:t>&lt;#&gt;</a:t>
            </a:fld>
            <a:endParaRPr lang="de-DE"/>
          </a:p>
        </p:txBody>
      </p:sp>
      <p:sp>
        <p:nvSpPr>
          <p:cNvPr id="2051934934" name="Titel 5"/>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101940645" name="Bildplatzhalter 8"/>
          <p:cNvSpPr>
            <a:spLocks noGrp="1"/>
          </p:cNvSpPr>
          <p:nvPr>
            <p:ph type="pic" sz="quarter" idx="25" hasCustomPrompt="1"/>
          </p:nvPr>
        </p:nvSpPr>
        <p:spPr bwMode="auto">
          <a:xfrm>
            <a:off x="518317" y="1631156"/>
            <a:ext cx="5469732" cy="3951164"/>
          </a:xfrm>
          <a:prstGeom prst="rect">
            <a:avLst/>
          </a:prstGeom>
          <a:solidFill>
            <a:schemeClr val="bg1">
              <a:lumMod val="95000"/>
            </a:schemeClr>
          </a:solidFill>
        </p:spPr>
        <p:txBody>
          <a:bodyPr/>
          <a:lstStyle/>
          <a:p>
            <a:pPr>
              <a:defRPr/>
            </a:pPr>
            <a:r>
              <a:rPr lang="de-DE"/>
              <a:t> </a:t>
            </a:r>
            <a:endParaRPr/>
          </a:p>
        </p:txBody>
      </p:sp>
      <p:sp>
        <p:nvSpPr>
          <p:cNvPr id="824824342" name="Textplatzhalter 10"/>
          <p:cNvSpPr>
            <a:spLocks noGrp="1"/>
          </p:cNvSpPr>
          <p:nvPr>
            <p:ph type="body" sz="quarter" idx="26"/>
          </p:nvPr>
        </p:nvSpPr>
        <p:spPr bwMode="auto">
          <a:xfrm>
            <a:off x="518317" y="5690271"/>
            <a:ext cx="5469732" cy="511084"/>
          </a:xfrm>
        </p:spPr>
        <p:txBody>
          <a:bodyPr wrap="square">
            <a:noAutofit/>
          </a:bodyPr>
          <a:lstStyle>
            <a:lvl1pPr>
              <a:lnSpc>
                <a:spcPct val="110000"/>
              </a:lnSpc>
              <a:spcAft>
                <a:spcPts val="0"/>
              </a:spcAft>
              <a:defRPr sz="1400"/>
            </a:lvl1pPr>
          </a:lstStyle>
          <a:p>
            <a:pPr lvl="0">
              <a:defRPr/>
            </a:pPr>
            <a:r>
              <a:rPr lang="de-DE"/>
              <a:t>Mastertextformat bearbeiten</a:t>
            </a:r>
            <a:endParaRPr/>
          </a:p>
        </p:txBody>
      </p:sp>
      <p:sp>
        <p:nvSpPr>
          <p:cNvPr id="1328294843" name="Bildplatzhalter 8"/>
          <p:cNvSpPr>
            <a:spLocks noGrp="1"/>
          </p:cNvSpPr>
          <p:nvPr>
            <p:ph type="pic" sz="quarter" idx="27" hasCustomPrompt="1"/>
          </p:nvPr>
        </p:nvSpPr>
        <p:spPr bwMode="auto">
          <a:xfrm>
            <a:off x="6206331" y="1631156"/>
            <a:ext cx="5469732" cy="3951164"/>
          </a:xfrm>
          <a:prstGeom prst="rect">
            <a:avLst/>
          </a:prstGeom>
          <a:solidFill>
            <a:schemeClr val="bg1">
              <a:lumMod val="95000"/>
            </a:schemeClr>
          </a:solidFill>
        </p:spPr>
        <p:txBody>
          <a:bodyPr/>
          <a:lstStyle/>
          <a:p>
            <a:pPr>
              <a:defRPr/>
            </a:pPr>
            <a:r>
              <a:rPr lang="de-DE"/>
              <a:t> </a:t>
            </a:r>
            <a:endParaRPr/>
          </a:p>
        </p:txBody>
      </p:sp>
      <p:sp>
        <p:nvSpPr>
          <p:cNvPr id="1970167800" name="Textplatzhalter 10"/>
          <p:cNvSpPr>
            <a:spLocks noGrp="1"/>
          </p:cNvSpPr>
          <p:nvPr>
            <p:ph type="body" sz="quarter" idx="28"/>
          </p:nvPr>
        </p:nvSpPr>
        <p:spPr bwMode="auto">
          <a:xfrm>
            <a:off x="6206331" y="5690271"/>
            <a:ext cx="5469732" cy="511084"/>
          </a:xfrm>
        </p:spPr>
        <p:txBody>
          <a:bodyPr wrap="square">
            <a:noAutofit/>
          </a:bodyPr>
          <a:lstStyle>
            <a:lvl1pPr>
              <a:lnSpc>
                <a:spcPct val="110000"/>
              </a:lnSpc>
              <a:spcAft>
                <a:spcPts val="0"/>
              </a:spcAft>
              <a:defRPr sz="1400"/>
            </a:lvl1pPr>
          </a:lstStyle>
          <a:p>
            <a:pPr lvl="0">
              <a:defRPr/>
            </a:pPr>
            <a:r>
              <a:rPr lang="de-DE"/>
              <a:t>Mastertextformat bearbeiten</a:t>
            </a:r>
            <a:endParaRPr/>
          </a:p>
        </p:txBody>
      </p:sp>
      <p:sp>
        <p:nvSpPr>
          <p:cNvPr id="1080512143"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906145103"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2099329575" name="Grafik 17"/>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ildfolie | 3x">
    <p:spTree>
      <p:nvGrpSpPr>
        <p:cNvPr id="1" name=""/>
        <p:cNvGrpSpPr/>
        <p:nvPr/>
      </p:nvGrpSpPr>
      <p:grpSpPr bwMode="auto">
        <a:xfrm>
          <a:off x="0" y="0"/>
          <a:ext cx="0" cy="0"/>
          <a:chOff x="0" y="0"/>
          <a:chExt cx="0" cy="0"/>
        </a:xfrm>
      </p:grpSpPr>
      <p:sp>
        <p:nvSpPr>
          <p:cNvPr id="1575091094" name="Datumsplatzhalter 2"/>
          <p:cNvSpPr>
            <a:spLocks noGrp="1"/>
          </p:cNvSpPr>
          <p:nvPr>
            <p:ph type="dt" sz="half" idx="10"/>
          </p:nvPr>
        </p:nvSpPr>
        <p:spPr bwMode="auto"/>
        <p:txBody>
          <a:bodyPr/>
          <a:lstStyle/>
          <a:p>
            <a:pPr>
              <a:defRPr/>
            </a:pPr>
            <a:fld id="{AFCBA888-8294-4426-A426-0D17B6B1880D}" type="datetime4">
              <a:rPr lang="de-DE"/>
              <a:t>3. August 2026</a:t>
            </a:fld>
            <a:endParaRPr lang="de-DE"/>
          </a:p>
        </p:txBody>
      </p:sp>
      <p:sp>
        <p:nvSpPr>
          <p:cNvPr id="1498792865" name="Fußzeilenplatzhalter 3"/>
          <p:cNvSpPr>
            <a:spLocks noGrp="1"/>
          </p:cNvSpPr>
          <p:nvPr>
            <p:ph type="ftr" sz="quarter" idx="11"/>
          </p:nvPr>
        </p:nvSpPr>
        <p:spPr bwMode="auto"/>
        <p:txBody>
          <a:bodyPr/>
          <a:lstStyle/>
          <a:p>
            <a:pPr>
              <a:defRPr/>
            </a:pPr>
            <a:r>
              <a:rPr lang="de-DE"/>
              <a:t>Technische Fakultät</a:t>
            </a:r>
            <a:endParaRPr lang="de-DE"/>
          </a:p>
        </p:txBody>
      </p:sp>
      <p:sp>
        <p:nvSpPr>
          <p:cNvPr id="1354153857" name="Foliennummernplatzhalter 4"/>
          <p:cNvSpPr>
            <a:spLocks noGrp="1"/>
          </p:cNvSpPr>
          <p:nvPr>
            <p:ph type="sldNum" sz="quarter" idx="12"/>
          </p:nvPr>
        </p:nvSpPr>
        <p:spPr bwMode="auto">
          <a:xfrm>
            <a:off x="11482099" y="6634666"/>
            <a:ext cx="193964" cy="123111"/>
          </a:xfrm>
        </p:spPr>
        <p:txBody>
          <a:bodyPr/>
          <a:lstStyle/>
          <a:p>
            <a:pPr>
              <a:defRPr/>
            </a:pPr>
            <a:fld id="{D949F9DF-37BD-4CD6-BF49-65BA579E1D7A}" type="slidenum">
              <a:rPr lang="de-DE"/>
              <a:t>&lt;#&gt;</a:t>
            </a:fld>
            <a:endParaRPr lang="de-DE"/>
          </a:p>
        </p:txBody>
      </p:sp>
      <p:sp>
        <p:nvSpPr>
          <p:cNvPr id="544513892" name="Titel 17"/>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471986890" name="Bildplatzhalter 8"/>
          <p:cNvSpPr>
            <a:spLocks noGrp="1"/>
          </p:cNvSpPr>
          <p:nvPr>
            <p:ph type="pic" sz="quarter" idx="25" hasCustomPrompt="1"/>
          </p:nvPr>
        </p:nvSpPr>
        <p:spPr bwMode="auto">
          <a:xfrm>
            <a:off x="518317" y="1631156"/>
            <a:ext cx="3569758" cy="3951164"/>
          </a:xfrm>
          <a:prstGeom prst="rect">
            <a:avLst/>
          </a:prstGeom>
          <a:solidFill>
            <a:schemeClr val="bg1">
              <a:lumMod val="95000"/>
            </a:schemeClr>
          </a:solidFill>
        </p:spPr>
        <p:txBody>
          <a:bodyPr/>
          <a:lstStyle/>
          <a:p>
            <a:pPr>
              <a:defRPr/>
            </a:pPr>
            <a:r>
              <a:rPr lang="de-DE"/>
              <a:t> </a:t>
            </a:r>
            <a:endParaRPr/>
          </a:p>
        </p:txBody>
      </p:sp>
      <p:sp>
        <p:nvSpPr>
          <p:cNvPr id="309087616" name="Textplatzhalter 10"/>
          <p:cNvSpPr>
            <a:spLocks noGrp="1"/>
          </p:cNvSpPr>
          <p:nvPr>
            <p:ph type="body" sz="quarter" idx="26"/>
          </p:nvPr>
        </p:nvSpPr>
        <p:spPr bwMode="auto">
          <a:xfrm>
            <a:off x="518317" y="5690271"/>
            <a:ext cx="3569758" cy="511084"/>
          </a:xfrm>
        </p:spPr>
        <p:txBody>
          <a:bodyPr wrap="square">
            <a:noAutofit/>
          </a:bodyPr>
          <a:lstStyle>
            <a:lvl1pPr>
              <a:lnSpc>
                <a:spcPct val="110000"/>
              </a:lnSpc>
              <a:spcAft>
                <a:spcPts val="0"/>
              </a:spcAft>
              <a:defRPr sz="1400"/>
            </a:lvl1pPr>
          </a:lstStyle>
          <a:p>
            <a:pPr lvl="0">
              <a:defRPr/>
            </a:pPr>
            <a:r>
              <a:rPr lang="de-DE"/>
              <a:t>Mastertextformat bearbeiten</a:t>
            </a:r>
            <a:endParaRPr/>
          </a:p>
        </p:txBody>
      </p:sp>
      <p:sp>
        <p:nvSpPr>
          <p:cNvPr id="1367410641" name="Bildplatzhalter 8"/>
          <p:cNvSpPr>
            <a:spLocks noGrp="1"/>
          </p:cNvSpPr>
          <p:nvPr>
            <p:ph type="pic" sz="quarter" idx="27" hasCustomPrompt="1"/>
          </p:nvPr>
        </p:nvSpPr>
        <p:spPr bwMode="auto">
          <a:xfrm>
            <a:off x="8106305" y="1631156"/>
            <a:ext cx="3569758" cy="3951164"/>
          </a:xfrm>
          <a:prstGeom prst="rect">
            <a:avLst/>
          </a:prstGeom>
          <a:solidFill>
            <a:schemeClr val="bg1">
              <a:lumMod val="95000"/>
            </a:schemeClr>
          </a:solidFill>
        </p:spPr>
        <p:txBody>
          <a:bodyPr/>
          <a:lstStyle/>
          <a:p>
            <a:pPr>
              <a:defRPr/>
            </a:pPr>
            <a:r>
              <a:rPr lang="de-DE"/>
              <a:t> </a:t>
            </a:r>
            <a:endParaRPr/>
          </a:p>
        </p:txBody>
      </p:sp>
      <p:sp>
        <p:nvSpPr>
          <p:cNvPr id="1173907327" name="Textplatzhalter 10"/>
          <p:cNvSpPr>
            <a:spLocks noGrp="1"/>
          </p:cNvSpPr>
          <p:nvPr>
            <p:ph type="body" sz="quarter" idx="28"/>
          </p:nvPr>
        </p:nvSpPr>
        <p:spPr bwMode="auto">
          <a:xfrm>
            <a:off x="8106305" y="5690271"/>
            <a:ext cx="3569758" cy="511084"/>
          </a:xfrm>
        </p:spPr>
        <p:txBody>
          <a:bodyPr wrap="square">
            <a:noAutofit/>
          </a:bodyPr>
          <a:lstStyle>
            <a:lvl1pPr>
              <a:lnSpc>
                <a:spcPct val="110000"/>
              </a:lnSpc>
              <a:spcAft>
                <a:spcPts val="0"/>
              </a:spcAft>
              <a:defRPr sz="1400"/>
            </a:lvl1pPr>
          </a:lstStyle>
          <a:p>
            <a:pPr lvl="0">
              <a:defRPr/>
            </a:pPr>
            <a:r>
              <a:rPr lang="de-DE"/>
              <a:t>Mastertextformat bearbeiten</a:t>
            </a:r>
            <a:endParaRPr/>
          </a:p>
        </p:txBody>
      </p:sp>
      <p:sp>
        <p:nvSpPr>
          <p:cNvPr id="1041694786" name="Bildplatzhalter 8"/>
          <p:cNvSpPr>
            <a:spLocks noGrp="1"/>
          </p:cNvSpPr>
          <p:nvPr>
            <p:ph type="pic" sz="quarter" idx="29" hasCustomPrompt="1"/>
          </p:nvPr>
        </p:nvSpPr>
        <p:spPr bwMode="auto">
          <a:xfrm>
            <a:off x="4312311" y="1631156"/>
            <a:ext cx="3569758" cy="3951164"/>
          </a:xfrm>
          <a:prstGeom prst="rect">
            <a:avLst/>
          </a:prstGeom>
          <a:solidFill>
            <a:schemeClr val="bg1">
              <a:lumMod val="95000"/>
            </a:schemeClr>
          </a:solidFill>
        </p:spPr>
        <p:txBody>
          <a:bodyPr/>
          <a:lstStyle/>
          <a:p>
            <a:pPr>
              <a:defRPr/>
            </a:pPr>
            <a:r>
              <a:rPr lang="de-DE"/>
              <a:t> </a:t>
            </a:r>
            <a:endParaRPr/>
          </a:p>
        </p:txBody>
      </p:sp>
      <p:sp>
        <p:nvSpPr>
          <p:cNvPr id="673489043" name="Textplatzhalter 10"/>
          <p:cNvSpPr>
            <a:spLocks noGrp="1"/>
          </p:cNvSpPr>
          <p:nvPr>
            <p:ph type="body" sz="quarter" idx="30"/>
          </p:nvPr>
        </p:nvSpPr>
        <p:spPr bwMode="auto">
          <a:xfrm>
            <a:off x="4312311" y="5690271"/>
            <a:ext cx="3569758" cy="511084"/>
          </a:xfrm>
        </p:spPr>
        <p:txBody>
          <a:bodyPr wrap="square">
            <a:noAutofit/>
          </a:bodyPr>
          <a:lstStyle>
            <a:lvl1pPr>
              <a:lnSpc>
                <a:spcPct val="110000"/>
              </a:lnSpc>
              <a:spcAft>
                <a:spcPts val="0"/>
              </a:spcAft>
              <a:defRPr sz="1400"/>
            </a:lvl1pPr>
          </a:lstStyle>
          <a:p>
            <a:pPr lvl="0">
              <a:defRPr/>
            </a:pPr>
            <a:r>
              <a:rPr lang="de-DE"/>
              <a:t>Mastertextformat bearbeiten</a:t>
            </a:r>
            <a:endParaRPr/>
          </a:p>
        </p:txBody>
      </p:sp>
      <p:sp>
        <p:nvSpPr>
          <p:cNvPr id="2056379480"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154345936"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78837790" name="Grafik 15"/>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Inhaltsfolie">
    <p:spTree>
      <p:nvGrpSpPr>
        <p:cNvPr id="1" name=""/>
        <p:cNvGrpSpPr/>
        <p:nvPr/>
      </p:nvGrpSpPr>
      <p:grpSpPr bwMode="auto">
        <a:xfrm>
          <a:off x="0" y="0"/>
          <a:ext cx="0" cy="0"/>
          <a:chOff x="0" y="0"/>
          <a:chExt cx="0" cy="0"/>
        </a:xfrm>
      </p:grpSpPr>
      <p:sp>
        <p:nvSpPr>
          <p:cNvPr id="1700645232" name="Datumsplatzhalter 2"/>
          <p:cNvSpPr>
            <a:spLocks noGrp="1"/>
          </p:cNvSpPr>
          <p:nvPr>
            <p:ph type="dt" sz="half" idx="10"/>
          </p:nvPr>
        </p:nvSpPr>
        <p:spPr bwMode="auto"/>
        <p:txBody>
          <a:bodyPr/>
          <a:lstStyle/>
          <a:p>
            <a:pPr>
              <a:defRPr/>
            </a:pPr>
            <a:fld id="{52F894D4-C9B8-4F96-8FF6-79E826889C55}" type="datetime4">
              <a:rPr lang="de-DE"/>
              <a:t>3. August 2026</a:t>
            </a:fld>
            <a:endParaRPr lang="de-DE"/>
          </a:p>
        </p:txBody>
      </p:sp>
      <p:sp>
        <p:nvSpPr>
          <p:cNvPr id="24170157" name="Fußzeilenplatzhalter 3"/>
          <p:cNvSpPr>
            <a:spLocks noGrp="1"/>
          </p:cNvSpPr>
          <p:nvPr>
            <p:ph type="ftr" sz="quarter" idx="11"/>
          </p:nvPr>
        </p:nvSpPr>
        <p:spPr bwMode="auto"/>
        <p:txBody>
          <a:bodyPr/>
          <a:lstStyle/>
          <a:p>
            <a:pPr>
              <a:defRPr/>
            </a:pPr>
            <a:r>
              <a:rPr lang="de-DE"/>
              <a:t>Technische Fakultät</a:t>
            </a:r>
            <a:endParaRPr lang="de-DE"/>
          </a:p>
        </p:txBody>
      </p:sp>
      <p:sp>
        <p:nvSpPr>
          <p:cNvPr id="1543880022" name="Foliennummernplatzhalter 4"/>
          <p:cNvSpPr>
            <a:spLocks noGrp="1"/>
          </p:cNvSpPr>
          <p:nvPr>
            <p:ph type="sldNum" sz="quarter" idx="12"/>
          </p:nvPr>
        </p:nvSpPr>
        <p:spPr bwMode="auto"/>
        <p:txBody>
          <a:bodyPr/>
          <a:lstStyle/>
          <a:p>
            <a:pPr>
              <a:defRPr/>
            </a:pPr>
            <a:fld id="{D949F9DF-37BD-4CD6-BF49-65BA579E1D7A}" type="slidenum">
              <a:rPr lang="de-DE"/>
              <a:t>&lt;#&gt;</a:t>
            </a:fld>
            <a:endParaRPr lang="de-DE"/>
          </a:p>
        </p:txBody>
      </p:sp>
      <p:sp>
        <p:nvSpPr>
          <p:cNvPr id="1460475472" name="Inhaltsplatzhalter 7"/>
          <p:cNvSpPr>
            <a:spLocks noGrp="1"/>
          </p:cNvSpPr>
          <p:nvPr>
            <p:ph sz="quarter" idx="14" hasCustomPrompt="1"/>
          </p:nvPr>
        </p:nvSpPr>
        <p:spPr bwMode="auto">
          <a:xfrm>
            <a:off x="518317" y="1631156"/>
            <a:ext cx="11155366" cy="4569619"/>
          </a:xfrm>
        </p:spPr>
        <p:txBody>
          <a:bodyPr/>
          <a:lstStyle/>
          <a:p>
            <a:pPr lvl="0">
              <a:defRPr/>
            </a:pPr>
            <a:r>
              <a:rPr lang="de-DE"/>
              <a:t> </a:t>
            </a:r>
            <a:endParaRPr/>
          </a:p>
        </p:txBody>
      </p:sp>
      <p:sp>
        <p:nvSpPr>
          <p:cNvPr id="1225102033" name="Titel 8"/>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970923738"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329141759"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260348211" name="Grafik 12"/>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Inhaltsfolie | zweispaltig">
    <p:spTree>
      <p:nvGrpSpPr>
        <p:cNvPr id="1" name=""/>
        <p:cNvGrpSpPr/>
        <p:nvPr/>
      </p:nvGrpSpPr>
      <p:grpSpPr bwMode="auto">
        <a:xfrm>
          <a:off x="0" y="0"/>
          <a:ext cx="0" cy="0"/>
          <a:chOff x="0" y="0"/>
          <a:chExt cx="0" cy="0"/>
        </a:xfrm>
      </p:grpSpPr>
      <p:sp>
        <p:nvSpPr>
          <p:cNvPr id="221327168" name="Datumsplatzhalter 2"/>
          <p:cNvSpPr>
            <a:spLocks noGrp="1"/>
          </p:cNvSpPr>
          <p:nvPr>
            <p:ph type="dt" sz="half" idx="10"/>
          </p:nvPr>
        </p:nvSpPr>
        <p:spPr bwMode="auto"/>
        <p:txBody>
          <a:bodyPr/>
          <a:lstStyle/>
          <a:p>
            <a:pPr>
              <a:defRPr/>
            </a:pPr>
            <a:fld id="{33DA0F4A-AEAE-4C58-AA76-7EADB0FF7089}" type="datetime4">
              <a:rPr lang="de-DE"/>
              <a:t>3. August 2026</a:t>
            </a:fld>
            <a:endParaRPr lang="de-DE"/>
          </a:p>
        </p:txBody>
      </p:sp>
      <p:sp>
        <p:nvSpPr>
          <p:cNvPr id="1621032107" name="Fußzeilenplatzhalter 3"/>
          <p:cNvSpPr>
            <a:spLocks noGrp="1"/>
          </p:cNvSpPr>
          <p:nvPr>
            <p:ph type="ftr" sz="quarter" idx="11"/>
          </p:nvPr>
        </p:nvSpPr>
        <p:spPr bwMode="auto"/>
        <p:txBody>
          <a:bodyPr/>
          <a:lstStyle/>
          <a:p>
            <a:pPr>
              <a:defRPr/>
            </a:pPr>
            <a:r>
              <a:rPr lang="de-DE"/>
              <a:t>Technische Fakultät</a:t>
            </a:r>
            <a:endParaRPr lang="de-DE"/>
          </a:p>
        </p:txBody>
      </p:sp>
      <p:sp>
        <p:nvSpPr>
          <p:cNvPr id="2101487333" name="Foliennummernplatzhalter 4"/>
          <p:cNvSpPr>
            <a:spLocks noGrp="1"/>
          </p:cNvSpPr>
          <p:nvPr>
            <p:ph type="sldNum" sz="quarter" idx="12"/>
          </p:nvPr>
        </p:nvSpPr>
        <p:spPr bwMode="auto">
          <a:xfrm>
            <a:off x="11482099" y="6634666"/>
            <a:ext cx="193964" cy="123111"/>
          </a:xfrm>
        </p:spPr>
        <p:txBody>
          <a:bodyPr/>
          <a:lstStyle/>
          <a:p>
            <a:pPr>
              <a:defRPr/>
            </a:pPr>
            <a:fld id="{D949F9DF-37BD-4CD6-BF49-65BA579E1D7A}" type="slidenum">
              <a:rPr lang="de-DE"/>
              <a:t>&lt;#&gt;</a:t>
            </a:fld>
            <a:endParaRPr lang="de-DE"/>
          </a:p>
        </p:txBody>
      </p:sp>
      <p:sp>
        <p:nvSpPr>
          <p:cNvPr id="1980332777" name="Inhaltsplatzhalter 7"/>
          <p:cNvSpPr>
            <a:spLocks noGrp="1"/>
          </p:cNvSpPr>
          <p:nvPr>
            <p:ph sz="quarter" idx="14" hasCustomPrompt="1"/>
          </p:nvPr>
        </p:nvSpPr>
        <p:spPr bwMode="auto">
          <a:xfrm>
            <a:off x="518317" y="1631156"/>
            <a:ext cx="5469733" cy="4569619"/>
          </a:xfrm>
        </p:spPr>
        <p:txBody>
          <a:bodyPr/>
          <a:lstStyle/>
          <a:p>
            <a:pPr lvl="0">
              <a:defRPr/>
            </a:pPr>
            <a:r>
              <a:rPr lang="de-DE"/>
              <a:t> </a:t>
            </a:r>
            <a:endParaRPr/>
          </a:p>
        </p:txBody>
      </p:sp>
      <p:sp>
        <p:nvSpPr>
          <p:cNvPr id="1121692253" name="Titel 8"/>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890075567" name="Inhaltsplatzhalter 7"/>
          <p:cNvSpPr>
            <a:spLocks noGrp="1"/>
          </p:cNvSpPr>
          <p:nvPr>
            <p:ph sz="quarter" idx="39" hasCustomPrompt="1"/>
          </p:nvPr>
        </p:nvSpPr>
        <p:spPr bwMode="auto">
          <a:xfrm>
            <a:off x="6206330" y="1631156"/>
            <a:ext cx="5469733" cy="4569619"/>
          </a:xfrm>
        </p:spPr>
        <p:txBody>
          <a:bodyPr/>
          <a:lstStyle/>
          <a:p>
            <a:pPr lvl="0">
              <a:defRPr/>
            </a:pPr>
            <a:r>
              <a:rPr lang="de-DE"/>
              <a:t> </a:t>
            </a:r>
            <a:endParaRPr/>
          </a:p>
        </p:txBody>
      </p:sp>
      <p:sp>
        <p:nvSpPr>
          <p:cNvPr id="274563047"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272215200" name="Bildplatzhalter 6"/>
          <p:cNvSpPr>
            <a:spLocks noGrp="1"/>
          </p:cNvSpPr>
          <p:nvPr>
            <p:ph type="pic" sz="quarter" idx="40"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632163699" name="Grafik 13"/>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Inhaltsfolie | mit Text">
    <p:spTree>
      <p:nvGrpSpPr>
        <p:cNvPr id="1" name=""/>
        <p:cNvGrpSpPr/>
        <p:nvPr/>
      </p:nvGrpSpPr>
      <p:grpSpPr bwMode="auto">
        <a:xfrm>
          <a:off x="0" y="0"/>
          <a:ext cx="0" cy="0"/>
          <a:chOff x="0" y="0"/>
          <a:chExt cx="0" cy="0"/>
        </a:xfrm>
      </p:grpSpPr>
      <p:sp>
        <p:nvSpPr>
          <p:cNvPr id="271544148" name="Datumsplatzhalter 2"/>
          <p:cNvSpPr>
            <a:spLocks noGrp="1"/>
          </p:cNvSpPr>
          <p:nvPr>
            <p:ph type="dt" sz="half" idx="10"/>
          </p:nvPr>
        </p:nvSpPr>
        <p:spPr bwMode="auto"/>
        <p:txBody>
          <a:bodyPr/>
          <a:lstStyle/>
          <a:p>
            <a:pPr>
              <a:defRPr/>
            </a:pPr>
            <a:fld id="{4E4667C9-4C75-43A9-95B7-0690D6F29CA5}" type="datetime4">
              <a:rPr lang="de-DE"/>
              <a:t>3. August 2026</a:t>
            </a:fld>
            <a:endParaRPr lang="de-DE"/>
          </a:p>
        </p:txBody>
      </p:sp>
      <p:sp>
        <p:nvSpPr>
          <p:cNvPr id="55111118" name="Fußzeilenplatzhalter 3"/>
          <p:cNvSpPr>
            <a:spLocks noGrp="1"/>
          </p:cNvSpPr>
          <p:nvPr>
            <p:ph type="ftr" sz="quarter" idx="11"/>
          </p:nvPr>
        </p:nvSpPr>
        <p:spPr bwMode="auto"/>
        <p:txBody>
          <a:bodyPr/>
          <a:lstStyle/>
          <a:p>
            <a:pPr>
              <a:defRPr/>
            </a:pPr>
            <a:r>
              <a:rPr lang="de-DE"/>
              <a:t>Technische Fakultät</a:t>
            </a:r>
            <a:endParaRPr lang="de-DE"/>
          </a:p>
        </p:txBody>
      </p:sp>
      <p:sp>
        <p:nvSpPr>
          <p:cNvPr id="135099370" name="Foliennummernplatzhalter 4"/>
          <p:cNvSpPr>
            <a:spLocks noGrp="1"/>
          </p:cNvSpPr>
          <p:nvPr>
            <p:ph type="sldNum" sz="quarter" idx="12"/>
          </p:nvPr>
        </p:nvSpPr>
        <p:spPr bwMode="auto"/>
        <p:txBody>
          <a:bodyPr/>
          <a:lstStyle/>
          <a:p>
            <a:pPr>
              <a:defRPr/>
            </a:pPr>
            <a:fld id="{D949F9DF-37BD-4CD6-BF49-65BA579E1D7A}" type="slidenum">
              <a:rPr lang="de-DE"/>
              <a:t>&lt;#&gt;</a:t>
            </a:fld>
            <a:endParaRPr lang="de-DE"/>
          </a:p>
        </p:txBody>
      </p:sp>
      <p:sp>
        <p:nvSpPr>
          <p:cNvPr id="413602915" name="Textplatzhalter 6"/>
          <p:cNvSpPr>
            <a:spLocks noGrp="1"/>
          </p:cNvSpPr>
          <p:nvPr>
            <p:ph type="body" sz="quarter" idx="15"/>
          </p:nvPr>
        </p:nvSpPr>
        <p:spPr bwMode="auto">
          <a:xfrm>
            <a:off x="8104861" y="1631156"/>
            <a:ext cx="3571200" cy="456962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286342155" name="Titel 5"/>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300940409" name="Inhaltsplatzhalter 7"/>
          <p:cNvSpPr>
            <a:spLocks noGrp="1"/>
          </p:cNvSpPr>
          <p:nvPr>
            <p:ph sz="quarter" idx="16" hasCustomPrompt="1"/>
          </p:nvPr>
        </p:nvSpPr>
        <p:spPr bwMode="auto">
          <a:xfrm>
            <a:off x="518317" y="1631157"/>
            <a:ext cx="7363752" cy="4569620"/>
          </a:xfrm>
        </p:spPr>
        <p:txBody>
          <a:bodyPr/>
          <a:lstStyle/>
          <a:p>
            <a:pPr lvl="0">
              <a:defRPr/>
            </a:pPr>
            <a:r>
              <a:rPr lang="de-DE"/>
              <a:t> </a:t>
            </a:r>
            <a:endParaRPr/>
          </a:p>
        </p:txBody>
      </p:sp>
      <p:sp>
        <p:nvSpPr>
          <p:cNvPr id="1840780562"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178812468"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201177110" name="Grafik 12"/>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Nur Titel | Grau">
    <p:bg>
      <p:bgRef idx="1001">
        <a:schemeClr val="bg2"/>
      </p:bgRef>
    </p:bg>
    <p:spTree>
      <p:nvGrpSpPr>
        <p:cNvPr id="1" name=""/>
        <p:cNvGrpSpPr/>
        <p:nvPr/>
      </p:nvGrpSpPr>
      <p:grpSpPr bwMode="auto">
        <a:xfrm>
          <a:off x="0" y="0"/>
          <a:ext cx="0" cy="0"/>
          <a:chOff x="0" y="0"/>
          <a:chExt cx="0" cy="0"/>
        </a:xfrm>
      </p:grpSpPr>
      <p:sp>
        <p:nvSpPr>
          <p:cNvPr id="1744218124" name="Titel 1"/>
          <p:cNvSpPr>
            <a:spLocks noGrp="1"/>
          </p:cNvSpPr>
          <p:nvPr>
            <p:ph type="title"/>
          </p:nvPr>
        </p:nvSpPr>
        <p:spPr bwMode="auto"/>
        <p:txBody>
          <a:bodyPr/>
          <a:lstStyle>
            <a:lvl1pPr>
              <a:defRPr>
                <a:solidFill>
                  <a:schemeClr val="tx1"/>
                </a:solidFill>
              </a:defRPr>
            </a:lvl1pPr>
          </a:lstStyle>
          <a:p>
            <a:pPr>
              <a:defRPr/>
            </a:pPr>
            <a:r>
              <a:rPr lang="de-DE"/>
              <a:t>Mastertitelformat bearbeiten</a:t>
            </a:r>
            <a:endParaRPr/>
          </a:p>
        </p:txBody>
      </p:sp>
      <p:sp>
        <p:nvSpPr>
          <p:cNvPr id="1543987241" name="Datumsplatzhalter 2"/>
          <p:cNvSpPr>
            <a:spLocks noGrp="1"/>
          </p:cNvSpPr>
          <p:nvPr>
            <p:ph type="dt" sz="half" idx="10"/>
          </p:nvPr>
        </p:nvSpPr>
        <p:spPr bwMode="auto"/>
        <p:txBody>
          <a:bodyPr/>
          <a:lstStyle>
            <a:lvl1pPr>
              <a:defRPr>
                <a:solidFill>
                  <a:schemeClr val="tx1"/>
                </a:solidFill>
              </a:defRPr>
            </a:lvl1pPr>
          </a:lstStyle>
          <a:p>
            <a:pPr>
              <a:defRPr/>
            </a:pPr>
            <a:fld id="{8C462FD0-9E74-4D67-97DA-C8DBAA1AE5FF}" type="datetime4">
              <a:rPr lang="de-DE"/>
              <a:t>3. August 2026</a:t>
            </a:fld>
            <a:endParaRPr lang="de-DE"/>
          </a:p>
        </p:txBody>
      </p:sp>
      <p:sp>
        <p:nvSpPr>
          <p:cNvPr id="1553732660" name="Fußzeilenplatzhalter 3"/>
          <p:cNvSpPr>
            <a:spLocks noGrp="1"/>
          </p:cNvSpPr>
          <p:nvPr>
            <p:ph type="ftr" sz="quarter" idx="11"/>
          </p:nvPr>
        </p:nvSpPr>
        <p:spPr bwMode="auto"/>
        <p:txBody>
          <a:bodyPr/>
          <a:lstStyle>
            <a:lvl1pPr>
              <a:defRPr>
                <a:solidFill>
                  <a:schemeClr val="tx1"/>
                </a:solidFill>
              </a:defRPr>
            </a:lvl1pPr>
          </a:lstStyle>
          <a:p>
            <a:pPr>
              <a:defRPr/>
            </a:pPr>
            <a:r>
              <a:rPr lang="de-DE"/>
              <a:t>Technische Fakultät</a:t>
            </a:r>
            <a:endParaRPr lang="de-DE"/>
          </a:p>
        </p:txBody>
      </p:sp>
      <p:sp>
        <p:nvSpPr>
          <p:cNvPr id="1139521430" name="Foliennummernplatzhalter 4"/>
          <p:cNvSpPr>
            <a:spLocks noGrp="1"/>
          </p:cNvSpPr>
          <p:nvPr>
            <p:ph type="sldNum" sz="quarter" idx="12"/>
          </p:nvPr>
        </p:nvSpPr>
        <p:spPr bwMode="auto"/>
        <p:txBody>
          <a:bodyPr/>
          <a:lstStyle>
            <a:lvl1pPr>
              <a:defRPr>
                <a:solidFill>
                  <a:schemeClr val="tx1"/>
                </a:solidFill>
              </a:defRPr>
            </a:lvl1pPr>
          </a:lstStyle>
          <a:p>
            <a:pPr>
              <a:defRPr/>
            </a:pPr>
            <a:fld id="{D949F9DF-37BD-4CD6-BF49-65BA579E1D7A}" type="slidenum">
              <a:rPr lang="de-DE"/>
              <a:t>&lt;#&gt;</a:t>
            </a:fld>
            <a:endParaRPr lang="de-DE"/>
          </a:p>
        </p:txBody>
      </p:sp>
      <p:sp>
        <p:nvSpPr>
          <p:cNvPr id="1848234757" name="Rechteck 56"/>
          <p:cNvSpPr/>
          <p:nvPr userDrawn="1"/>
        </p:nvSpPr>
        <p:spPr bwMode="auto">
          <a:xfrm>
            <a:off x="517200" y="6538525"/>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91176955" name="Rechteck 58"/>
          <p:cNvSpPr/>
          <p:nvPr userDrawn="1"/>
        </p:nvSpPr>
        <p:spPr bwMode="auto">
          <a:xfrm>
            <a:off x="518400" y="1196733"/>
            <a:ext cx="11676061"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1587746227" name="Textplatzhalter 9"/>
          <p:cNvSpPr>
            <a:spLocks noGrp="1"/>
          </p:cNvSpPr>
          <p:nvPr>
            <p:ph type="body" sz="quarter" idx="23"/>
          </p:nvPr>
        </p:nvSpPr>
        <p:spPr bwMode="auto">
          <a:xfrm>
            <a:off x="518317" y="687598"/>
            <a:ext cx="6844385" cy="249812"/>
          </a:xfrm>
        </p:spPr>
        <p:txBody>
          <a:bodyPr wrap="square">
            <a:spAutoFit/>
          </a:bodyPr>
          <a:lstStyle>
            <a:lvl1pPr>
              <a:defRPr sz="1600">
                <a:solidFill>
                  <a:schemeClr val="tx2"/>
                </a:solidFill>
              </a:defRPr>
            </a:lvl1pPr>
          </a:lstStyle>
          <a:p>
            <a:pPr lvl="0">
              <a:defRPr/>
            </a:pPr>
            <a:r>
              <a:rPr lang="de-DE"/>
              <a:t>Mastertextformat bearbeiten</a:t>
            </a:r>
            <a:endParaRPr/>
          </a:p>
        </p:txBody>
      </p:sp>
      <p:sp>
        <p:nvSpPr>
          <p:cNvPr id="315478727" name="Freihandform: Form 60"/>
          <p:cNvSpPr>
            <a:spLocks noChangeAspect="1"/>
          </p:cNvSpPr>
          <p:nvPr userDrawn="1"/>
        </p:nvSpPr>
        <p:spPr bwMode="auto">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fill="norm" stroke="1" extrusionOk="0">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a:defRPr/>
            </a:pPr>
            <a:endParaRPr lang="de-DE"/>
          </a:p>
        </p:txBody>
      </p:sp>
      <p:grpSp>
        <p:nvGrpSpPr>
          <p:cNvPr id="1762072710" name="Gruppieren 10"/>
          <p:cNvGrpSpPr/>
          <p:nvPr userDrawn="1"/>
        </p:nvGrpSpPr>
        <p:grpSpPr bwMode="auto">
          <a:xfrm>
            <a:off x="-390525" y="160153"/>
            <a:ext cx="333375" cy="136812"/>
            <a:chOff x="-133350" y="2711163"/>
            <a:chExt cx="333375" cy="136812"/>
          </a:xfrm>
        </p:grpSpPr>
        <p:cxnSp>
          <p:nvCxnSpPr>
            <p:cNvPr id="12" name="Gerader Verbinder 11"/>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p:cNvSpPr txBox="1"/>
            <p:nvPr userDrawn="1"/>
          </p:nvSpPr>
          <p:spPr bwMode="auto">
            <a:xfrm>
              <a:off x="-96506" y="2711163"/>
              <a:ext cx="259686"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08,70</a:t>
              </a:r>
              <a:endParaRPr/>
            </a:p>
          </p:txBody>
        </p:sp>
      </p:grpSp>
      <p:grpSp>
        <p:nvGrpSpPr>
          <p:cNvPr id="438901996" name="Gruppieren 13"/>
          <p:cNvGrpSpPr/>
          <p:nvPr userDrawn="1"/>
        </p:nvGrpSpPr>
        <p:grpSpPr bwMode="auto">
          <a:xfrm>
            <a:off x="-390525" y="1131703"/>
            <a:ext cx="333375" cy="136812"/>
            <a:chOff x="-133350" y="2711163"/>
            <a:chExt cx="333375" cy="136812"/>
          </a:xfrm>
        </p:grpSpPr>
        <p:cxnSp>
          <p:nvCxnSpPr>
            <p:cNvPr id="15" name="Gerader Verbinder 14"/>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06,00</a:t>
              </a:r>
              <a:endParaRPr/>
            </a:p>
          </p:txBody>
        </p:sp>
      </p:grpSp>
      <p:grpSp>
        <p:nvGrpSpPr>
          <p:cNvPr id="164759629" name="Gruppieren 16"/>
          <p:cNvGrpSpPr/>
          <p:nvPr userDrawn="1"/>
        </p:nvGrpSpPr>
        <p:grpSpPr bwMode="auto">
          <a:xfrm>
            <a:off x="-390525" y="1491963"/>
            <a:ext cx="333375" cy="136812"/>
            <a:chOff x="-133350" y="2711163"/>
            <a:chExt cx="333375" cy="136812"/>
          </a:xfrm>
        </p:grpSpPr>
        <p:cxnSp>
          <p:nvCxnSpPr>
            <p:cNvPr id="18" name="Gerader Verbinder 17"/>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05,00</a:t>
              </a:r>
              <a:endParaRPr/>
            </a:p>
          </p:txBody>
        </p:sp>
      </p:grpSp>
      <p:grpSp>
        <p:nvGrpSpPr>
          <p:cNvPr id="1693838080" name="Gruppieren 19"/>
          <p:cNvGrpSpPr/>
          <p:nvPr userDrawn="1"/>
        </p:nvGrpSpPr>
        <p:grpSpPr bwMode="auto">
          <a:xfrm>
            <a:off x="-390525" y="3292188"/>
            <a:ext cx="333375" cy="136812"/>
            <a:chOff x="-133350" y="2711163"/>
            <a:chExt cx="333375" cy="136812"/>
          </a:xfrm>
        </p:grpSpPr>
        <p:cxnSp>
          <p:nvCxnSpPr>
            <p:cNvPr id="21" name="Gerader Verbinder 20"/>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00,00</a:t>
              </a:r>
              <a:endParaRPr/>
            </a:p>
          </p:txBody>
        </p:sp>
      </p:grpSp>
      <p:grpSp>
        <p:nvGrpSpPr>
          <p:cNvPr id="1826098311" name="Gruppieren 22"/>
          <p:cNvGrpSpPr/>
          <p:nvPr userDrawn="1"/>
        </p:nvGrpSpPr>
        <p:grpSpPr bwMode="auto">
          <a:xfrm>
            <a:off x="-390525" y="6063963"/>
            <a:ext cx="333375" cy="136812"/>
            <a:chOff x="-133350" y="2711163"/>
            <a:chExt cx="333375" cy="136812"/>
          </a:xfrm>
        </p:grpSpPr>
        <p:cxnSp>
          <p:nvCxnSpPr>
            <p:cNvPr id="24" name="Gerader Verbinder 23"/>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p:cNvSpPr txBox="1"/>
            <p:nvPr userDrawn="1"/>
          </p:nvSpPr>
          <p:spPr bwMode="auto">
            <a:xfrm>
              <a:off x="-96504"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07,70</a:t>
              </a:r>
              <a:endParaRPr/>
            </a:p>
          </p:txBody>
        </p:sp>
      </p:grpSp>
      <p:grpSp>
        <p:nvGrpSpPr>
          <p:cNvPr id="723258589" name="Gruppieren 25"/>
          <p:cNvGrpSpPr/>
          <p:nvPr userDrawn="1"/>
        </p:nvGrpSpPr>
        <p:grpSpPr bwMode="auto">
          <a:xfrm>
            <a:off x="-390525" y="6495763"/>
            <a:ext cx="333375" cy="136812"/>
            <a:chOff x="-133350" y="2711163"/>
            <a:chExt cx="333375" cy="136812"/>
          </a:xfrm>
        </p:grpSpPr>
        <p:cxnSp>
          <p:nvCxnSpPr>
            <p:cNvPr id="27" name="Gerader Verbinder 26"/>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p:cNvSpPr txBox="1"/>
            <p:nvPr userDrawn="1"/>
          </p:nvSpPr>
          <p:spPr bwMode="auto">
            <a:xfrm>
              <a:off x="-96503"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08,90</a:t>
              </a:r>
              <a:endParaRPr/>
            </a:p>
          </p:txBody>
        </p:sp>
      </p:grpSp>
      <p:grpSp>
        <p:nvGrpSpPr>
          <p:cNvPr id="97870615" name="Gruppieren 28"/>
          <p:cNvGrpSpPr/>
          <p:nvPr userDrawn="1"/>
        </p:nvGrpSpPr>
        <p:grpSpPr bwMode="auto">
          <a:xfrm rot="16199998">
            <a:off x="281643" y="-299136"/>
            <a:ext cx="333375" cy="136808"/>
            <a:chOff x="-133350" y="2711167"/>
            <a:chExt cx="333375" cy="136808"/>
          </a:xfrm>
        </p:grpSpPr>
        <p:cxnSp>
          <p:nvCxnSpPr>
            <p:cNvPr id="30" name="Gerader Verbinder 29"/>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p:cNvSpPr txBox="1"/>
            <p:nvPr userDrawn="1"/>
          </p:nvSpPr>
          <p:spPr bwMode="auto">
            <a:xfrm>
              <a:off x="-96507" y="2711167"/>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1917640404" name="Gruppieren 31"/>
          <p:cNvGrpSpPr/>
          <p:nvPr userDrawn="1"/>
        </p:nvGrpSpPr>
        <p:grpSpPr bwMode="auto">
          <a:xfrm rot="16199998">
            <a:off x="5752962" y="-299136"/>
            <a:ext cx="333375" cy="136804"/>
            <a:chOff x="-133350" y="2711171"/>
            <a:chExt cx="333375" cy="136804"/>
          </a:xfrm>
        </p:grpSpPr>
        <p:cxnSp>
          <p:nvCxnSpPr>
            <p:cNvPr id="33" name="Gerader Verbinder 32"/>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p:cNvSpPr txBox="1"/>
            <p:nvPr userDrawn="1"/>
          </p:nvSpPr>
          <p:spPr bwMode="auto">
            <a:xfrm>
              <a:off x="-96504" y="271117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grpSp>
        <p:nvGrpSpPr>
          <p:cNvPr id="1208451520" name="Gruppieren 34"/>
          <p:cNvGrpSpPr/>
          <p:nvPr userDrawn="1"/>
        </p:nvGrpSpPr>
        <p:grpSpPr bwMode="auto">
          <a:xfrm>
            <a:off x="6203950" y="-397424"/>
            <a:ext cx="124906" cy="333375"/>
            <a:chOff x="6416680" y="-397424"/>
            <a:chExt cx="124906" cy="333375"/>
          </a:xfrm>
        </p:grpSpPr>
        <p:cxnSp>
          <p:nvCxnSpPr>
            <p:cNvPr id="36" name="Gerader Verbinder 35"/>
            <p:cNvCxnSpPr/>
            <p:nvPr userDrawn="1"/>
          </p:nvCxnSpPr>
          <p:spPr bwMode="auto">
            <a:xfrm rot="16199998">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p:cNvSpPr txBox="1"/>
            <p:nvPr userDrawn="1"/>
          </p:nvSpPr>
          <p:spPr bwMode="auto">
            <a:xfrm rot="16199998">
              <a:off x="6349289" y="-29319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cxnSp>
        <p:nvCxnSpPr>
          <p:cNvPr id="228636095" name="Gerader Verbinder 37"/>
          <p:cNvCxnSpPr/>
          <p:nvPr userDrawn="1"/>
        </p:nvCxnSpPr>
        <p:spPr bwMode="auto">
          <a:xfrm rot="16199998">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660496833" name="Gruppieren 38"/>
          <p:cNvGrpSpPr/>
          <p:nvPr userDrawn="1"/>
        </p:nvGrpSpPr>
        <p:grpSpPr bwMode="auto">
          <a:xfrm rot="16199998">
            <a:off x="11447325" y="-299139"/>
            <a:ext cx="333375" cy="136800"/>
            <a:chOff x="-133350" y="2711175"/>
            <a:chExt cx="333375" cy="136800"/>
          </a:xfrm>
        </p:grpSpPr>
        <p:cxnSp>
          <p:nvCxnSpPr>
            <p:cNvPr id="40" name="Gerader Verbinder 39"/>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p:cNvSpPr txBox="1"/>
            <p:nvPr userDrawn="1"/>
          </p:nvSpPr>
          <p:spPr bwMode="auto">
            <a:xfrm>
              <a:off x="-96501" y="2711175"/>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sp>
        <p:nvSpPr>
          <p:cNvPr id="1099113948"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770276000" name="Grafik 42"/>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Nur Titel | weiß">
    <p:spTree>
      <p:nvGrpSpPr>
        <p:cNvPr id="1" name=""/>
        <p:cNvGrpSpPr/>
        <p:nvPr/>
      </p:nvGrpSpPr>
      <p:grpSpPr bwMode="auto">
        <a:xfrm>
          <a:off x="0" y="0"/>
          <a:ext cx="0" cy="0"/>
          <a:chOff x="0" y="0"/>
          <a:chExt cx="0" cy="0"/>
        </a:xfrm>
      </p:grpSpPr>
      <p:sp>
        <p:nvSpPr>
          <p:cNvPr id="1551170688" name="Titel 1"/>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087574456" name="Datumsplatzhalter 2"/>
          <p:cNvSpPr>
            <a:spLocks noGrp="1"/>
          </p:cNvSpPr>
          <p:nvPr>
            <p:ph type="dt" sz="half" idx="10"/>
          </p:nvPr>
        </p:nvSpPr>
        <p:spPr bwMode="auto"/>
        <p:txBody>
          <a:bodyPr/>
          <a:lstStyle/>
          <a:p>
            <a:pPr>
              <a:defRPr/>
            </a:pPr>
            <a:fld id="{DAD94168-1D2E-414B-9AFB-B7BB2EA3568F}" type="datetime4">
              <a:rPr lang="de-DE"/>
              <a:t>3. August 2026</a:t>
            </a:fld>
            <a:endParaRPr lang="de-DE"/>
          </a:p>
        </p:txBody>
      </p:sp>
      <p:sp>
        <p:nvSpPr>
          <p:cNvPr id="1629240087" name="Fußzeilenplatzhalter 3"/>
          <p:cNvSpPr>
            <a:spLocks noGrp="1"/>
          </p:cNvSpPr>
          <p:nvPr>
            <p:ph type="ftr" sz="quarter" idx="11"/>
          </p:nvPr>
        </p:nvSpPr>
        <p:spPr bwMode="auto"/>
        <p:txBody>
          <a:bodyPr/>
          <a:lstStyle/>
          <a:p>
            <a:pPr>
              <a:defRPr/>
            </a:pPr>
            <a:r>
              <a:rPr lang="de-DE"/>
              <a:t>Technische Fakultät</a:t>
            </a:r>
            <a:endParaRPr lang="de-DE"/>
          </a:p>
        </p:txBody>
      </p:sp>
      <p:sp>
        <p:nvSpPr>
          <p:cNvPr id="961960698" name="Foliennummernplatzhalter 4"/>
          <p:cNvSpPr>
            <a:spLocks noGrp="1"/>
          </p:cNvSpPr>
          <p:nvPr>
            <p:ph type="sldNum" sz="quarter" idx="12"/>
          </p:nvPr>
        </p:nvSpPr>
        <p:spPr bwMode="auto"/>
        <p:txBody>
          <a:bodyPr/>
          <a:lstStyle/>
          <a:p>
            <a:pPr>
              <a:defRPr/>
            </a:pPr>
            <a:fld id="{D949F9DF-37BD-4CD6-BF49-65BA579E1D7A}" type="slidenum">
              <a:rPr lang="de-DE"/>
              <a:t>&lt;#&gt;</a:t>
            </a:fld>
            <a:endParaRPr lang="de-DE"/>
          </a:p>
        </p:txBody>
      </p:sp>
      <p:sp>
        <p:nvSpPr>
          <p:cNvPr id="1232567922"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679116827"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275667618" name="Grafik 9"/>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Zitatfolie">
    <p:spTree>
      <p:nvGrpSpPr>
        <p:cNvPr id="1" name=""/>
        <p:cNvGrpSpPr/>
        <p:nvPr/>
      </p:nvGrpSpPr>
      <p:grpSpPr bwMode="auto">
        <a:xfrm>
          <a:off x="0" y="0"/>
          <a:ext cx="0" cy="0"/>
          <a:chOff x="0" y="0"/>
          <a:chExt cx="0" cy="0"/>
        </a:xfrm>
      </p:grpSpPr>
      <p:sp>
        <p:nvSpPr>
          <p:cNvPr id="1372167884" name="Titel 1"/>
          <p:cNvSpPr>
            <a:spLocks noGrp="1"/>
          </p:cNvSpPr>
          <p:nvPr>
            <p:ph type="title"/>
          </p:nvPr>
        </p:nvSpPr>
        <p:spPr bwMode="auto"/>
        <p:txBody>
          <a:bodyPr/>
          <a:lstStyle>
            <a:lvl1pPr>
              <a:defRPr>
                <a:solidFill>
                  <a:srgbClr val="041E42"/>
                </a:solidFill>
              </a:defRPr>
            </a:lvl1pPr>
          </a:lstStyle>
          <a:p>
            <a:pPr>
              <a:defRPr/>
            </a:pPr>
            <a:r>
              <a:rPr lang="de-DE"/>
              <a:t>Mastertitelformat bearbeiten</a:t>
            </a:r>
            <a:endParaRPr/>
          </a:p>
        </p:txBody>
      </p:sp>
      <p:sp>
        <p:nvSpPr>
          <p:cNvPr id="1823815534" name="Datumsplatzhalter 2"/>
          <p:cNvSpPr>
            <a:spLocks noGrp="1"/>
          </p:cNvSpPr>
          <p:nvPr>
            <p:ph type="dt" sz="half" idx="10"/>
          </p:nvPr>
        </p:nvSpPr>
        <p:spPr bwMode="auto"/>
        <p:txBody>
          <a:bodyPr/>
          <a:lstStyle/>
          <a:p>
            <a:pPr>
              <a:defRPr/>
            </a:pPr>
            <a:fld id="{264EDA59-479C-41C3-99F0-9A24DD470063}" type="datetime4">
              <a:rPr lang="de-DE"/>
              <a:t>3. August 2026</a:t>
            </a:fld>
            <a:endParaRPr lang="de-DE"/>
          </a:p>
        </p:txBody>
      </p:sp>
      <p:sp>
        <p:nvSpPr>
          <p:cNvPr id="1076743337" name="Fußzeilenplatzhalter 3"/>
          <p:cNvSpPr>
            <a:spLocks noGrp="1"/>
          </p:cNvSpPr>
          <p:nvPr>
            <p:ph type="ftr" sz="quarter" idx="11"/>
          </p:nvPr>
        </p:nvSpPr>
        <p:spPr bwMode="auto"/>
        <p:txBody>
          <a:bodyPr/>
          <a:lstStyle/>
          <a:p>
            <a:pPr>
              <a:defRPr/>
            </a:pPr>
            <a:r>
              <a:rPr lang="de-DE"/>
              <a:t>Technische Fakultät</a:t>
            </a:r>
            <a:endParaRPr lang="de-DE"/>
          </a:p>
        </p:txBody>
      </p:sp>
      <p:sp>
        <p:nvSpPr>
          <p:cNvPr id="1881421885" name="Foliennummernplatzhalter 4"/>
          <p:cNvSpPr>
            <a:spLocks noGrp="1"/>
          </p:cNvSpPr>
          <p:nvPr>
            <p:ph type="sldNum" sz="quarter" idx="12"/>
          </p:nvPr>
        </p:nvSpPr>
        <p:spPr bwMode="auto"/>
        <p:txBody>
          <a:bodyPr/>
          <a:lstStyle/>
          <a:p>
            <a:pPr>
              <a:defRPr/>
            </a:pPr>
            <a:fld id="{D949F9DF-37BD-4CD6-BF49-65BA579E1D7A}" type="slidenum">
              <a:rPr lang="de-DE"/>
              <a:t>&lt;#&gt;</a:t>
            </a:fld>
            <a:endParaRPr lang="de-DE"/>
          </a:p>
        </p:txBody>
      </p:sp>
      <p:sp>
        <p:nvSpPr>
          <p:cNvPr id="1115046261" name="Rechteck 6"/>
          <p:cNvSpPr/>
          <p:nvPr userDrawn="1"/>
        </p:nvSpPr>
        <p:spPr bwMode="auto">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a:lnSpc>
                <a:spcPct val="110000"/>
              </a:lnSpc>
              <a:spcBef>
                <a:spcPts val="0"/>
              </a:spcBef>
              <a:spcAft>
                <a:spcPts val="1200"/>
              </a:spcAft>
              <a:buClrTx/>
              <a:buSzTx/>
              <a:buFont typeface="Arial"/>
              <a:buNone/>
              <a:defRPr/>
            </a:pPr>
            <a:endParaRPr lang="de-DE" sz="1600" b="0" i="0" u="none" strike="noStrike" cap="none" spc="0">
              <a:ln>
                <a:noFill/>
              </a:ln>
              <a:solidFill>
                <a:srgbClr val="041E42"/>
              </a:solidFill>
              <a:latin typeface="Arial"/>
              <a:ea typeface="Arial"/>
              <a:cs typeface="Arial"/>
            </a:endParaRPr>
          </a:p>
        </p:txBody>
      </p:sp>
      <p:sp>
        <p:nvSpPr>
          <p:cNvPr id="1669492094" name="Textplatzhalter 8"/>
          <p:cNvSpPr>
            <a:spLocks noGrp="1"/>
          </p:cNvSpPr>
          <p:nvPr>
            <p:ph type="body" sz="quarter" idx="24" hasCustomPrompt="1"/>
          </p:nvPr>
        </p:nvSpPr>
        <p:spPr bwMode="auto">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defRPr/>
            </a:pPr>
            <a:r>
              <a:rPr lang="de-DE"/>
              <a:t>„Mastertextformat bearbeiten“</a:t>
            </a:r>
            <a:endParaRPr/>
          </a:p>
        </p:txBody>
      </p:sp>
      <p:sp>
        <p:nvSpPr>
          <p:cNvPr id="781112720" name="Textplatzhalter 9"/>
          <p:cNvSpPr>
            <a:spLocks noGrp="1"/>
          </p:cNvSpPr>
          <p:nvPr>
            <p:ph type="body" sz="quarter" idx="37"/>
          </p:nvPr>
        </p:nvSpPr>
        <p:spPr bwMode="auto">
          <a:xfrm>
            <a:off x="518317" y="687598"/>
            <a:ext cx="6844385" cy="249812"/>
          </a:xfrm>
        </p:spPr>
        <p:txBody>
          <a:bodyPr wrap="square">
            <a:spAutoFit/>
          </a:bodyPr>
          <a:lstStyle>
            <a:lvl1pPr>
              <a:defRPr sz="1600">
                <a:solidFill>
                  <a:srgbClr val="041E42"/>
                </a:solidFill>
              </a:defRPr>
            </a:lvl1pPr>
          </a:lstStyle>
          <a:p>
            <a:pPr lvl="0">
              <a:defRPr/>
            </a:pPr>
            <a:r>
              <a:rPr lang="de-DE"/>
              <a:t>Mastertextformat bearbeiten</a:t>
            </a:r>
            <a:endParaRPr/>
          </a:p>
        </p:txBody>
      </p:sp>
      <p:sp>
        <p:nvSpPr>
          <p:cNvPr id="1891351374" name="Bildplatzhalter 6"/>
          <p:cNvSpPr>
            <a:spLocks noGrp="1"/>
          </p:cNvSpPr>
          <p:nvPr>
            <p:ph type="pic" sz="quarter" idx="39" hasCustomPrompt="1"/>
          </p:nvPr>
        </p:nvSpPr>
        <p:spPr bwMode="auto">
          <a:xfrm>
            <a:off x="7900146" y="301185"/>
            <a:ext cx="1080000" cy="386413"/>
          </a:xfrm>
        </p:spPr>
        <p:txBody>
          <a:bodyPr rIns="0" anchor="ctr" anchorCtr="0">
            <a:normAutofit/>
          </a:bodyPr>
          <a:lstStyle>
            <a:lvl1pPr algn="ctr">
              <a:defRPr sz="800">
                <a:solidFill>
                  <a:schemeClr val="accent6"/>
                </a:solidFill>
              </a:defRPr>
            </a:lvl1pPr>
          </a:lstStyle>
          <a:p>
            <a:pPr>
              <a:defRPr/>
            </a:pPr>
            <a:r>
              <a:rPr lang="de-DE"/>
              <a:t>Optional Logo einfügen</a:t>
            </a:r>
            <a:endParaRPr/>
          </a:p>
        </p:txBody>
      </p:sp>
      <p:pic>
        <p:nvPicPr>
          <p:cNvPr id="1983858660" name="Grafik 12"/>
          <p:cNvPicPr>
            <a:picLocks noChangeAspect="1"/>
          </p:cNvPicPr>
          <p:nvPr userDrawn="1"/>
        </p:nvPicPr>
        <p:blipFill rotWithShape="1">
          <a:blip r:embed="rId2"/>
          <a:stretch/>
        </p:blipFill>
        <p:spPr bwMode="auto">
          <a:xfrm>
            <a:off x="9341829" y="301184"/>
            <a:ext cx="1102192" cy="386413"/>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Schlussfolie">
    <p:bg>
      <p:bgRef idx="1001">
        <a:schemeClr val="bg2"/>
      </p:bgRef>
    </p:bg>
    <p:spTree>
      <p:nvGrpSpPr>
        <p:cNvPr id="1" name=""/>
        <p:cNvGrpSpPr/>
        <p:nvPr/>
      </p:nvGrpSpPr>
      <p:grpSpPr bwMode="auto">
        <a:xfrm>
          <a:off x="0" y="0"/>
          <a:ext cx="0" cy="0"/>
          <a:chOff x="0" y="0"/>
          <a:chExt cx="0" cy="0"/>
        </a:xfrm>
      </p:grpSpPr>
      <p:sp>
        <p:nvSpPr>
          <p:cNvPr id="514651598" name="Textplatzhalter 167"/>
          <p:cNvSpPr>
            <a:spLocks noGrp="1"/>
          </p:cNvSpPr>
          <p:nvPr>
            <p:ph type="body" sz="quarter" idx="12" hasCustomPrompt="1"/>
          </p:nvPr>
        </p:nvSpPr>
        <p:spPr bwMode="auto">
          <a:xfrm>
            <a:off x="0" y="1628775"/>
            <a:ext cx="12192000" cy="5229225"/>
          </a:xfrm>
          <a:prstGeom prst="rect">
            <a:avLst/>
          </a:prstGeom>
          <a:gradFill>
            <a:gsLst>
              <a:gs pos="5000">
                <a:schemeClr val="accent4"/>
              </a:gs>
              <a:gs pos="50000">
                <a:schemeClr val="accent4">
                  <a:alpha val="50000"/>
                </a:schemeClr>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a:latin typeface="+mj-lt"/>
                <a:ea typeface="+mj-ea"/>
                <a:cs typeface="+mj-cs"/>
              </a:defRPr>
            </a:lvl1pPr>
          </a:lstStyle>
          <a:p>
            <a:pPr lvl="0">
              <a:spcBef>
                <a:spcPts val="0"/>
              </a:spcBef>
              <a:defRPr/>
            </a:pPr>
            <a:r>
              <a:rPr lang="de-DE"/>
              <a:t> </a:t>
            </a:r>
            <a:endParaRPr/>
          </a:p>
        </p:txBody>
      </p:sp>
      <p:sp>
        <p:nvSpPr>
          <p:cNvPr id="1588427192" name="Bildplatzhalter 60"/>
          <p:cNvSpPr>
            <a:spLocks noGrp="1"/>
          </p:cNvSpPr>
          <p:nvPr>
            <p:ph type="pic" sz="quarter" idx="10" hasCustomPrompt="1"/>
          </p:nvPr>
        </p:nvSpPr>
        <p:spPr bwMode="auto">
          <a:xfrm>
            <a:off x="0" y="1628775"/>
            <a:ext cx="12192000" cy="5229226"/>
          </a:xfrm>
          <a:prstGeom prst="rect">
            <a:avLst/>
          </a:prstGeom>
          <a:solidFill>
            <a:schemeClr val="tx1">
              <a:lumMod val="95000"/>
            </a:schemeClr>
          </a:solidFill>
        </p:spPr>
        <p:txBody>
          <a:bodyPr/>
          <a:lstStyle/>
          <a:p>
            <a:pPr>
              <a:defRPr/>
            </a:pPr>
            <a:r>
              <a:rPr lang="de-DE"/>
              <a:t> </a:t>
            </a:r>
            <a:endParaRPr/>
          </a:p>
        </p:txBody>
      </p:sp>
      <p:sp>
        <p:nvSpPr>
          <p:cNvPr id="1593356381" name="Rechteck 59"/>
          <p:cNvSpPr/>
          <p:nvPr userDrawn="1"/>
        </p:nvSpPr>
        <p:spPr bwMode="auto">
          <a:xfrm>
            <a:off x="518400" y="1196733"/>
            <a:ext cx="11676061"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1900916111" name="Textplatzhalter 64"/>
          <p:cNvSpPr>
            <a:spLocks noGrp="1"/>
          </p:cNvSpPr>
          <p:nvPr>
            <p:ph type="body" sz="quarter" idx="13" hasCustomPrompt="1"/>
          </p:nvPr>
        </p:nvSpPr>
        <p:spPr bwMode="auto">
          <a:xfrm>
            <a:off x="518317" y="2647985"/>
            <a:ext cx="11157745" cy="1562031"/>
          </a:xfrm>
        </p:spPr>
        <p:txBody>
          <a:bodyPr vert="horz" wrap="square" lIns="0" tIns="0" rIns="360000" bIns="0" rtlCol="0" anchor="ctr" anchorCtr="0">
            <a:spAutoFit/>
          </a:bodyPr>
          <a:lstStyle>
            <a:lvl1pPr>
              <a:spcAft>
                <a:spcPts val="0"/>
              </a:spcAft>
              <a:defRPr lang="de-DE" sz="4800" b="1">
                <a:latin typeface="+mj-lt"/>
                <a:ea typeface="+mj-ea"/>
                <a:cs typeface="+mj-cs"/>
              </a:defRPr>
            </a:lvl1pPr>
          </a:lstStyle>
          <a:p>
            <a:pPr lvl="0">
              <a:spcBef>
                <a:spcPts val="0"/>
              </a:spcBef>
              <a:defRPr/>
            </a:pPr>
            <a:r>
              <a:rPr lang="de-DE"/>
              <a:t>Vielen Dank</a:t>
            </a:r>
            <a:br>
              <a:rPr lang="de-DE"/>
            </a:br>
            <a:r>
              <a:rPr lang="de-DE"/>
              <a:t>für Ihre Aufmerksamkeit!</a:t>
            </a:r>
            <a:endParaRPr/>
          </a:p>
        </p:txBody>
      </p:sp>
      <p:grpSp>
        <p:nvGrpSpPr>
          <p:cNvPr id="121533459" name="Gruppieren 55"/>
          <p:cNvGrpSpPr/>
          <p:nvPr userDrawn="1"/>
        </p:nvGrpSpPr>
        <p:grpSpPr bwMode="auto">
          <a:xfrm>
            <a:off x="-390525" y="160153"/>
            <a:ext cx="333375" cy="136812"/>
            <a:chOff x="-133350" y="2711163"/>
            <a:chExt cx="333375" cy="136812"/>
          </a:xfrm>
        </p:grpSpPr>
        <p:cxnSp>
          <p:nvCxnSpPr>
            <p:cNvPr id="62" name="Gerader Verbinder 61"/>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p:cNvSpPr txBox="1"/>
            <p:nvPr userDrawn="1"/>
          </p:nvSpPr>
          <p:spPr bwMode="auto">
            <a:xfrm>
              <a:off x="-96506" y="2711163"/>
              <a:ext cx="259686"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08,70</a:t>
              </a:r>
              <a:endParaRPr/>
            </a:p>
          </p:txBody>
        </p:sp>
      </p:grpSp>
      <p:grpSp>
        <p:nvGrpSpPr>
          <p:cNvPr id="1998231913" name="Gruppieren 63"/>
          <p:cNvGrpSpPr/>
          <p:nvPr userDrawn="1"/>
        </p:nvGrpSpPr>
        <p:grpSpPr bwMode="auto">
          <a:xfrm>
            <a:off x="-390525" y="1131703"/>
            <a:ext cx="333375" cy="136812"/>
            <a:chOff x="-133350" y="2711163"/>
            <a:chExt cx="333375" cy="136812"/>
          </a:xfrm>
        </p:grpSpPr>
        <p:cxnSp>
          <p:nvCxnSpPr>
            <p:cNvPr id="66" name="Gerader Verbinder 65"/>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06,00</a:t>
              </a:r>
              <a:endParaRPr/>
            </a:p>
          </p:txBody>
        </p:sp>
      </p:grpSp>
      <p:grpSp>
        <p:nvGrpSpPr>
          <p:cNvPr id="790046006" name="Gruppieren 67"/>
          <p:cNvGrpSpPr/>
          <p:nvPr userDrawn="1"/>
        </p:nvGrpSpPr>
        <p:grpSpPr bwMode="auto">
          <a:xfrm>
            <a:off x="-390525" y="1491963"/>
            <a:ext cx="333375" cy="136812"/>
            <a:chOff x="-133350" y="2711163"/>
            <a:chExt cx="333375" cy="136812"/>
          </a:xfrm>
        </p:grpSpPr>
        <p:cxnSp>
          <p:nvCxnSpPr>
            <p:cNvPr id="69" name="Gerader Verbinder 68"/>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05,00</a:t>
              </a:r>
              <a:endParaRPr/>
            </a:p>
          </p:txBody>
        </p:sp>
      </p:grpSp>
      <p:grpSp>
        <p:nvGrpSpPr>
          <p:cNvPr id="1249012577" name="Gruppieren 70"/>
          <p:cNvGrpSpPr/>
          <p:nvPr userDrawn="1"/>
        </p:nvGrpSpPr>
        <p:grpSpPr bwMode="auto">
          <a:xfrm>
            <a:off x="-390525" y="3292188"/>
            <a:ext cx="333375" cy="136812"/>
            <a:chOff x="-133350" y="2711163"/>
            <a:chExt cx="333375" cy="136812"/>
          </a:xfrm>
        </p:grpSpPr>
        <p:cxnSp>
          <p:nvCxnSpPr>
            <p:cNvPr id="72" name="Gerader Verbinder 71"/>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00,00</a:t>
              </a:r>
              <a:endParaRPr/>
            </a:p>
          </p:txBody>
        </p:sp>
      </p:grpSp>
      <p:grpSp>
        <p:nvGrpSpPr>
          <p:cNvPr id="1049210543" name="Gruppieren 73"/>
          <p:cNvGrpSpPr/>
          <p:nvPr userDrawn="1"/>
        </p:nvGrpSpPr>
        <p:grpSpPr bwMode="auto">
          <a:xfrm>
            <a:off x="-390525" y="6063963"/>
            <a:ext cx="333375" cy="136812"/>
            <a:chOff x="-133350" y="2711163"/>
            <a:chExt cx="333375" cy="136812"/>
          </a:xfrm>
        </p:grpSpPr>
        <p:cxnSp>
          <p:nvCxnSpPr>
            <p:cNvPr id="75" name="Gerader Verbinder 74"/>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p:cNvSpPr txBox="1"/>
            <p:nvPr userDrawn="1"/>
          </p:nvSpPr>
          <p:spPr bwMode="auto">
            <a:xfrm>
              <a:off x="-96504"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07,70</a:t>
              </a:r>
              <a:endParaRPr/>
            </a:p>
          </p:txBody>
        </p:sp>
      </p:grpSp>
      <p:grpSp>
        <p:nvGrpSpPr>
          <p:cNvPr id="701007959" name="Gruppieren 76"/>
          <p:cNvGrpSpPr/>
          <p:nvPr userDrawn="1"/>
        </p:nvGrpSpPr>
        <p:grpSpPr bwMode="auto">
          <a:xfrm>
            <a:off x="-390525" y="6495763"/>
            <a:ext cx="333375" cy="136812"/>
            <a:chOff x="-133350" y="2711163"/>
            <a:chExt cx="333375" cy="136812"/>
          </a:xfrm>
        </p:grpSpPr>
        <p:cxnSp>
          <p:nvCxnSpPr>
            <p:cNvPr id="78" name="Gerader Verbinder 77"/>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p:cNvSpPr txBox="1"/>
            <p:nvPr userDrawn="1"/>
          </p:nvSpPr>
          <p:spPr bwMode="auto">
            <a:xfrm>
              <a:off x="-96503"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08,90</a:t>
              </a:r>
              <a:endParaRPr/>
            </a:p>
          </p:txBody>
        </p:sp>
      </p:grpSp>
      <p:grpSp>
        <p:nvGrpSpPr>
          <p:cNvPr id="1154354327" name="Gruppieren 79"/>
          <p:cNvGrpSpPr/>
          <p:nvPr userDrawn="1"/>
        </p:nvGrpSpPr>
        <p:grpSpPr bwMode="auto">
          <a:xfrm rot="16199998">
            <a:off x="281643" y="-299136"/>
            <a:ext cx="333375" cy="136808"/>
            <a:chOff x="-133350" y="2711167"/>
            <a:chExt cx="333375" cy="136808"/>
          </a:xfrm>
        </p:grpSpPr>
        <p:cxnSp>
          <p:nvCxnSpPr>
            <p:cNvPr id="81" name="Gerader Verbinder 80"/>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p:cNvSpPr txBox="1"/>
            <p:nvPr userDrawn="1"/>
          </p:nvSpPr>
          <p:spPr bwMode="auto">
            <a:xfrm>
              <a:off x="-96507" y="2711167"/>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1361655782" name="Gruppieren 82"/>
          <p:cNvGrpSpPr/>
          <p:nvPr userDrawn="1"/>
        </p:nvGrpSpPr>
        <p:grpSpPr bwMode="auto">
          <a:xfrm rot="16199998">
            <a:off x="5752962" y="-299136"/>
            <a:ext cx="333375" cy="136804"/>
            <a:chOff x="-133350" y="2711171"/>
            <a:chExt cx="333375" cy="136804"/>
          </a:xfrm>
        </p:grpSpPr>
        <p:cxnSp>
          <p:nvCxnSpPr>
            <p:cNvPr id="84" name="Gerader Verbinder 83"/>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p:cNvSpPr txBox="1"/>
            <p:nvPr userDrawn="1"/>
          </p:nvSpPr>
          <p:spPr bwMode="auto">
            <a:xfrm>
              <a:off x="-96504" y="271117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grpSp>
        <p:nvGrpSpPr>
          <p:cNvPr id="916218630" name="Gruppieren 85"/>
          <p:cNvGrpSpPr/>
          <p:nvPr userDrawn="1"/>
        </p:nvGrpSpPr>
        <p:grpSpPr bwMode="auto">
          <a:xfrm>
            <a:off x="6203950" y="-397424"/>
            <a:ext cx="124906" cy="333375"/>
            <a:chOff x="6416680" y="-397424"/>
            <a:chExt cx="124906" cy="333375"/>
          </a:xfrm>
        </p:grpSpPr>
        <p:cxnSp>
          <p:nvCxnSpPr>
            <p:cNvPr id="87" name="Gerader Verbinder 86"/>
            <p:cNvCxnSpPr/>
            <p:nvPr userDrawn="1"/>
          </p:nvCxnSpPr>
          <p:spPr bwMode="auto">
            <a:xfrm rot="16199998">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p:cNvSpPr txBox="1"/>
            <p:nvPr userDrawn="1"/>
          </p:nvSpPr>
          <p:spPr bwMode="auto">
            <a:xfrm rot="16199998">
              <a:off x="6349289" y="-29319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cxnSp>
        <p:nvCxnSpPr>
          <p:cNvPr id="483403223" name="Gerader Verbinder 88"/>
          <p:cNvCxnSpPr/>
          <p:nvPr userDrawn="1"/>
        </p:nvCxnSpPr>
        <p:spPr bwMode="auto">
          <a:xfrm rot="16199998">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19826546" name="Gruppieren 89"/>
          <p:cNvGrpSpPr/>
          <p:nvPr userDrawn="1"/>
        </p:nvGrpSpPr>
        <p:grpSpPr bwMode="auto">
          <a:xfrm rot="16199998">
            <a:off x="11447325" y="-299139"/>
            <a:ext cx="333375" cy="136800"/>
            <a:chOff x="-133350" y="2711175"/>
            <a:chExt cx="333375" cy="136800"/>
          </a:xfrm>
        </p:grpSpPr>
        <p:cxnSp>
          <p:nvCxnSpPr>
            <p:cNvPr id="91" name="Gerader Verbinder 90"/>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p:cNvSpPr txBox="1"/>
            <p:nvPr userDrawn="1"/>
          </p:nvSpPr>
          <p:spPr bwMode="auto">
            <a:xfrm>
              <a:off x="-96501" y="2711175"/>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1042380114" name="Gruppieren 92"/>
          <p:cNvGrpSpPr/>
          <p:nvPr userDrawn="1"/>
        </p:nvGrpSpPr>
        <p:grpSpPr bwMode="auto">
          <a:xfrm>
            <a:off x="510639" y="293096"/>
            <a:ext cx="2388067" cy="301237"/>
            <a:chOff x="510639" y="293688"/>
            <a:chExt cx="2594512" cy="327279"/>
          </a:xfrm>
        </p:grpSpPr>
        <p:sp>
          <p:nvSpPr>
            <p:cNvPr id="94" name="Freihandform: Form 139"/>
            <p:cNvSpPr/>
            <p:nvPr/>
          </p:nvSpPr>
          <p:spPr bwMode="auto">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fill="norm" stroke="1" extrusionOk="0">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pPr>
                <a:defRPr/>
              </a:pPr>
              <a:endParaRPr lang="de-DE"/>
            </a:p>
          </p:txBody>
        </p:sp>
        <p:sp>
          <p:nvSpPr>
            <p:cNvPr id="95" name="Freihandform: Form 140"/>
            <p:cNvSpPr/>
            <p:nvPr/>
          </p:nvSpPr>
          <p:spPr bwMode="auto">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96" name="Freihandform: Form 141"/>
            <p:cNvSpPr/>
            <p:nvPr/>
          </p:nvSpPr>
          <p:spPr bwMode="auto">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97" name="Freihandform: Form 142"/>
            <p:cNvSpPr/>
            <p:nvPr/>
          </p:nvSpPr>
          <p:spPr bwMode="auto">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pPr>
                <a:defRPr/>
              </a:pPr>
              <a:endParaRPr lang="de-DE"/>
            </a:p>
          </p:txBody>
        </p:sp>
        <p:sp>
          <p:nvSpPr>
            <p:cNvPr id="98" name="Freihandform: Form 143"/>
            <p:cNvSpPr/>
            <p:nvPr/>
          </p:nvSpPr>
          <p:spPr bwMode="auto">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fill="norm" stroke="1" extrusionOk="0">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pPr>
                <a:defRPr/>
              </a:pPr>
              <a:endParaRPr lang="de-DE"/>
            </a:p>
          </p:txBody>
        </p:sp>
        <p:sp>
          <p:nvSpPr>
            <p:cNvPr id="99" name="Freihandform: Form 144"/>
            <p:cNvSpPr/>
            <p:nvPr/>
          </p:nvSpPr>
          <p:spPr bwMode="auto">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00" name="Freihandform: Form 145"/>
            <p:cNvSpPr/>
            <p:nvPr/>
          </p:nvSpPr>
          <p:spPr bwMode="auto">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pPr>
                <a:defRPr/>
              </a:pPr>
              <a:endParaRPr lang="de-DE"/>
            </a:p>
          </p:txBody>
        </p:sp>
        <p:sp>
          <p:nvSpPr>
            <p:cNvPr id="101" name="Freihandform: Form 146"/>
            <p:cNvSpPr/>
            <p:nvPr/>
          </p:nvSpPr>
          <p:spPr bwMode="auto">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fill="norm" stroke="1" extrusionOk="0">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pPr>
                <a:defRPr/>
              </a:pPr>
              <a:endParaRPr lang="de-DE"/>
            </a:p>
          </p:txBody>
        </p:sp>
        <p:sp>
          <p:nvSpPr>
            <p:cNvPr id="102" name="Freihandform: Form 147"/>
            <p:cNvSpPr/>
            <p:nvPr/>
          </p:nvSpPr>
          <p:spPr bwMode="auto">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fill="norm" stroke="1" extrusionOk="0">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pPr>
                <a:defRPr/>
              </a:pPr>
              <a:endParaRPr lang="de-DE"/>
            </a:p>
          </p:txBody>
        </p:sp>
        <p:sp>
          <p:nvSpPr>
            <p:cNvPr id="103" name="Freihandform: Form 148"/>
            <p:cNvSpPr/>
            <p:nvPr/>
          </p:nvSpPr>
          <p:spPr bwMode="auto">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fill="norm" stroke="1" extrusionOk="0">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pPr>
                <a:defRPr/>
              </a:pPr>
              <a:endParaRPr lang="de-DE"/>
            </a:p>
          </p:txBody>
        </p:sp>
        <p:sp>
          <p:nvSpPr>
            <p:cNvPr id="104" name="Freihandform: Form 149"/>
            <p:cNvSpPr/>
            <p:nvPr/>
          </p:nvSpPr>
          <p:spPr bwMode="auto">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fill="norm" stroke="1" extrusionOk="0">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pPr>
                <a:defRPr/>
              </a:pPr>
              <a:endParaRPr lang="de-DE"/>
            </a:p>
          </p:txBody>
        </p:sp>
        <p:sp>
          <p:nvSpPr>
            <p:cNvPr id="105" name="Freihandform: Form 150"/>
            <p:cNvSpPr/>
            <p:nvPr/>
          </p:nvSpPr>
          <p:spPr bwMode="auto">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fill="norm" stroke="1" extrusionOk="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pPr>
                <a:defRPr/>
              </a:pPr>
              <a:endParaRPr lang="de-DE"/>
            </a:p>
          </p:txBody>
        </p:sp>
        <p:sp>
          <p:nvSpPr>
            <p:cNvPr id="106" name="Freihandform: Form 151"/>
            <p:cNvSpPr/>
            <p:nvPr/>
          </p:nvSpPr>
          <p:spPr bwMode="auto">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07" name="Freihandform: Form 152"/>
            <p:cNvSpPr/>
            <p:nvPr/>
          </p:nvSpPr>
          <p:spPr bwMode="auto">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fill="norm" stroke="1" extrusionOk="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pPr>
                <a:defRPr/>
              </a:pPr>
              <a:endParaRPr lang="de-DE"/>
            </a:p>
          </p:txBody>
        </p:sp>
        <p:sp>
          <p:nvSpPr>
            <p:cNvPr id="108" name="Freihandform: Form 153"/>
            <p:cNvSpPr/>
            <p:nvPr/>
          </p:nvSpPr>
          <p:spPr bwMode="auto">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fill="norm" stroke="1" extrusionOk="0">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pPr>
                <a:defRPr/>
              </a:pPr>
              <a:endParaRPr lang="de-DE"/>
            </a:p>
          </p:txBody>
        </p:sp>
        <p:sp>
          <p:nvSpPr>
            <p:cNvPr id="109" name="Freihandform: Form 154"/>
            <p:cNvSpPr/>
            <p:nvPr/>
          </p:nvSpPr>
          <p:spPr bwMode="auto">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fill="norm" stroke="1" extrusionOk="0">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pPr>
                <a:defRPr/>
              </a:pPr>
              <a:endParaRPr lang="de-DE"/>
            </a:p>
          </p:txBody>
        </p:sp>
        <p:sp>
          <p:nvSpPr>
            <p:cNvPr id="110" name="Freihandform: Form 155"/>
            <p:cNvSpPr/>
            <p:nvPr/>
          </p:nvSpPr>
          <p:spPr bwMode="auto">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fill="norm" stroke="1" extrusionOk="0">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pPr>
                <a:defRPr/>
              </a:pPr>
              <a:endParaRPr lang="de-DE"/>
            </a:p>
          </p:txBody>
        </p:sp>
        <p:sp>
          <p:nvSpPr>
            <p:cNvPr id="111" name="Freihandform: Form 156"/>
            <p:cNvSpPr/>
            <p:nvPr/>
          </p:nvSpPr>
          <p:spPr bwMode="auto">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12" name="Freihandform: Form 157"/>
            <p:cNvSpPr/>
            <p:nvPr/>
          </p:nvSpPr>
          <p:spPr bwMode="auto">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13" name="Freihandform: Form 158"/>
            <p:cNvSpPr/>
            <p:nvPr/>
          </p:nvSpPr>
          <p:spPr bwMode="auto">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fill="norm" stroke="1" extrusionOk="0">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pPr>
                <a:defRPr/>
              </a:pPr>
              <a:endParaRPr lang="de-DE"/>
            </a:p>
          </p:txBody>
        </p:sp>
        <p:sp>
          <p:nvSpPr>
            <p:cNvPr id="162" name="Freihandform: Form 159"/>
            <p:cNvSpPr/>
            <p:nvPr/>
          </p:nvSpPr>
          <p:spPr bwMode="auto">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fill="norm" stroke="1" extrusionOk="0">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pPr>
                <a:defRPr/>
              </a:pPr>
              <a:endParaRPr lang="de-DE"/>
            </a:p>
          </p:txBody>
        </p:sp>
        <p:sp>
          <p:nvSpPr>
            <p:cNvPr id="163" name="Freihandform: Form 160"/>
            <p:cNvSpPr/>
            <p:nvPr/>
          </p:nvSpPr>
          <p:spPr bwMode="auto">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fill="norm" stroke="1" extrusionOk="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pPr>
                <a:defRPr/>
              </a:pPr>
              <a:endParaRPr lang="de-DE"/>
            </a:p>
          </p:txBody>
        </p:sp>
        <p:sp>
          <p:nvSpPr>
            <p:cNvPr id="164" name="Freihandform: Form 161"/>
            <p:cNvSpPr/>
            <p:nvPr/>
          </p:nvSpPr>
          <p:spPr bwMode="auto">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165" name="Freihandform: Form 162"/>
            <p:cNvSpPr/>
            <p:nvPr/>
          </p:nvSpPr>
          <p:spPr bwMode="auto">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fill="norm" stroke="1" extrusionOk="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pPr>
                <a:defRPr/>
              </a:pPr>
              <a:endParaRPr lang="de-DE"/>
            </a:p>
          </p:txBody>
        </p:sp>
        <p:sp>
          <p:nvSpPr>
            <p:cNvPr id="166" name="Freihandform: Form 163"/>
            <p:cNvSpPr/>
            <p:nvPr/>
          </p:nvSpPr>
          <p:spPr bwMode="auto">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pPr>
                <a:defRPr/>
              </a:pPr>
              <a:endParaRPr lang="de-DE"/>
            </a:p>
          </p:txBody>
        </p:sp>
        <p:sp>
          <p:nvSpPr>
            <p:cNvPr id="167" name="Freihandform: Form 165"/>
            <p:cNvSpPr/>
            <p:nvPr/>
          </p:nvSpPr>
          <p:spPr bwMode="auto">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fill="norm" stroke="1" extrusionOk="0">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pPr>
                <a:defRPr/>
              </a:pPr>
              <a:endParaRPr lang="de-DE"/>
            </a:p>
          </p:txBody>
        </p:sp>
        <p:sp>
          <p:nvSpPr>
            <p:cNvPr id="168" name="Freihandform: Form 166"/>
            <p:cNvSpPr/>
            <p:nvPr/>
          </p:nvSpPr>
          <p:spPr bwMode="auto">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fill="norm" stroke="1" extrusionOk="0">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pPr>
                <a:defRPr/>
              </a:pPr>
              <a:endParaRPr lang="de-DE"/>
            </a:p>
          </p:txBody>
        </p:sp>
        <p:sp>
          <p:nvSpPr>
            <p:cNvPr id="169" name="Freihandform: Form 168"/>
            <p:cNvSpPr/>
            <p:nvPr/>
          </p:nvSpPr>
          <p:spPr bwMode="auto">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fill="norm" stroke="1" extrusionOk="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pPr>
                <a:defRPr/>
              </a:pPr>
              <a:endParaRPr lang="de-DE"/>
            </a:p>
          </p:txBody>
        </p:sp>
        <p:sp>
          <p:nvSpPr>
            <p:cNvPr id="170" name="Freihandform: Form 169"/>
            <p:cNvSpPr/>
            <p:nvPr/>
          </p:nvSpPr>
          <p:spPr bwMode="auto">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fill="norm" stroke="1" extrusionOk="0">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pPr>
                <a:defRPr/>
              </a:pPr>
              <a:endParaRPr lang="de-DE"/>
            </a:p>
          </p:txBody>
        </p:sp>
        <p:sp>
          <p:nvSpPr>
            <p:cNvPr id="171" name="Freihandform: Form 170"/>
            <p:cNvSpPr/>
            <p:nvPr/>
          </p:nvSpPr>
          <p:spPr bwMode="auto">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fill="norm" stroke="1" extrusionOk="0">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pPr>
                <a:defRPr/>
              </a:pPr>
              <a:endParaRPr lang="de-DE"/>
            </a:p>
          </p:txBody>
        </p:sp>
        <p:sp>
          <p:nvSpPr>
            <p:cNvPr id="172" name="Freihandform: Form 171"/>
            <p:cNvSpPr/>
            <p:nvPr/>
          </p:nvSpPr>
          <p:spPr bwMode="auto">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fill="norm" stroke="1" extrusionOk="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pPr>
                <a:defRPr/>
              </a:pPr>
              <a:endParaRPr lang="de-DE"/>
            </a:p>
          </p:txBody>
        </p:sp>
        <p:sp>
          <p:nvSpPr>
            <p:cNvPr id="173" name="Freihandform: Form 172"/>
            <p:cNvSpPr/>
            <p:nvPr/>
          </p:nvSpPr>
          <p:spPr bwMode="auto">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fill="norm" stroke="1" extrusionOk="0">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pPr>
                <a:defRPr/>
              </a:pPr>
              <a:endParaRPr lang="de-DE"/>
            </a:p>
          </p:txBody>
        </p:sp>
        <p:sp>
          <p:nvSpPr>
            <p:cNvPr id="174" name="Freihandform: Form 173"/>
            <p:cNvSpPr/>
            <p:nvPr/>
          </p:nvSpPr>
          <p:spPr bwMode="auto">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pPr>
                <a:defRPr/>
              </a:pPr>
              <a:endParaRPr lang="de-DE"/>
            </a:p>
          </p:txBody>
        </p:sp>
        <p:sp>
          <p:nvSpPr>
            <p:cNvPr id="175" name="Freihandform: Form 174"/>
            <p:cNvSpPr/>
            <p:nvPr/>
          </p:nvSpPr>
          <p:spPr bwMode="auto">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fill="norm" stroke="1" extrusionOk="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pPr>
                <a:defRPr/>
              </a:pPr>
              <a:endParaRPr lang="de-DE"/>
            </a:p>
          </p:txBody>
        </p:sp>
        <p:sp>
          <p:nvSpPr>
            <p:cNvPr id="176" name="Freihandform: Form 175"/>
            <p:cNvSpPr/>
            <p:nvPr/>
          </p:nvSpPr>
          <p:spPr bwMode="auto">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fill="norm" stroke="1" extrusionOk="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pPr>
                <a:defRPr/>
              </a:pPr>
              <a:endParaRPr lang="de-DE"/>
            </a:p>
          </p:txBody>
        </p:sp>
        <p:sp>
          <p:nvSpPr>
            <p:cNvPr id="177" name="Freihandform: Form 176"/>
            <p:cNvSpPr/>
            <p:nvPr/>
          </p:nvSpPr>
          <p:spPr bwMode="auto">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fill="norm" stroke="1" extrusionOk="0">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pPr>
                <a:defRPr/>
              </a:pPr>
              <a:endParaRPr lang="de-DE"/>
            </a:p>
          </p:txBody>
        </p:sp>
        <p:sp>
          <p:nvSpPr>
            <p:cNvPr id="178" name="Freihandform: Form 177"/>
            <p:cNvSpPr/>
            <p:nvPr/>
          </p:nvSpPr>
          <p:spPr bwMode="auto">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fill="norm" stroke="1" extrusionOk="0">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pPr>
                <a:defRPr/>
              </a:pPr>
              <a:endParaRPr lang="de-DE"/>
            </a:p>
          </p:txBody>
        </p:sp>
        <p:sp>
          <p:nvSpPr>
            <p:cNvPr id="179" name="Freihandform: Form 178"/>
            <p:cNvSpPr/>
            <p:nvPr/>
          </p:nvSpPr>
          <p:spPr bwMode="auto">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fill="norm" stroke="1" extrusionOk="0">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pPr>
                <a:defRPr/>
              </a:pPr>
              <a:endParaRPr lang="de-DE"/>
            </a:p>
          </p:txBody>
        </p:sp>
        <p:sp>
          <p:nvSpPr>
            <p:cNvPr id="180" name="Freihandform: Form 179"/>
            <p:cNvSpPr/>
            <p:nvPr/>
          </p:nvSpPr>
          <p:spPr bwMode="auto">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fill="norm" stroke="1" extrusionOk="0">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pPr>
                <a:defRPr/>
              </a:pPr>
              <a:endParaRPr lang="de-DE"/>
            </a:p>
          </p:txBody>
        </p:sp>
        <p:sp>
          <p:nvSpPr>
            <p:cNvPr id="181" name="Freihandform: Form 180"/>
            <p:cNvSpPr/>
            <p:nvPr/>
          </p:nvSpPr>
          <p:spPr bwMode="auto">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fill="norm" stroke="1" extrusionOk="0">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pPr>
                <a:defRPr/>
              </a:pPr>
              <a:endParaRPr lang="de-DE"/>
            </a:p>
          </p:txBody>
        </p:sp>
        <p:sp>
          <p:nvSpPr>
            <p:cNvPr id="182" name="Freihandform: Form 181"/>
            <p:cNvSpPr/>
            <p:nvPr/>
          </p:nvSpPr>
          <p:spPr bwMode="auto">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fill="norm" stroke="1" extrusionOk="0">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pPr>
                <a:defRPr/>
              </a:pPr>
              <a:endParaRPr lang="de-DE"/>
            </a:p>
          </p:txBody>
        </p:sp>
        <p:sp>
          <p:nvSpPr>
            <p:cNvPr id="183" name="Freihandform: Form 182"/>
            <p:cNvSpPr/>
            <p:nvPr/>
          </p:nvSpPr>
          <p:spPr bwMode="auto">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fill="norm" stroke="1" extrusionOk="0">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pPr>
                <a:defRPr/>
              </a:pPr>
              <a:endParaRPr lang="de-DE"/>
            </a:p>
          </p:txBody>
        </p:sp>
        <p:sp>
          <p:nvSpPr>
            <p:cNvPr id="184" name="Freihandform: Form 183"/>
            <p:cNvSpPr/>
            <p:nvPr/>
          </p:nvSpPr>
          <p:spPr bwMode="auto">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fill="norm" stroke="1" extrusionOk="0">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pPr>
                <a:defRPr/>
              </a:pPr>
              <a:endParaRPr lang="de-DE"/>
            </a:p>
          </p:txBody>
        </p:sp>
        <p:sp>
          <p:nvSpPr>
            <p:cNvPr id="185" name="Freihandform: Form 184"/>
            <p:cNvSpPr/>
            <p:nvPr/>
          </p:nvSpPr>
          <p:spPr bwMode="auto">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fill="norm" stroke="1" extrusionOk="0">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pPr>
                <a:defRPr/>
              </a:pPr>
              <a:endParaRPr lang="de-DE"/>
            </a:p>
          </p:txBody>
        </p:sp>
        <p:sp>
          <p:nvSpPr>
            <p:cNvPr id="186" name="Freihandform: Form 185"/>
            <p:cNvSpPr/>
            <p:nvPr/>
          </p:nvSpPr>
          <p:spPr bwMode="auto">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fill="norm" stroke="1" extrusionOk="0">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pPr>
                <a:defRPr/>
              </a:pPr>
              <a:endParaRPr lang="de-DE"/>
            </a:p>
          </p:txBody>
        </p:sp>
        <p:sp>
          <p:nvSpPr>
            <p:cNvPr id="187" name="Freihandform: Form 186"/>
            <p:cNvSpPr/>
            <p:nvPr/>
          </p:nvSpPr>
          <p:spPr bwMode="auto">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fill="norm" stroke="1" extrusionOk="0">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pPr>
                <a:defRPr/>
              </a:pPr>
              <a:endParaRPr lang="de-DE"/>
            </a:p>
          </p:txBody>
        </p:sp>
        <p:sp>
          <p:nvSpPr>
            <p:cNvPr id="188" name="Freihandform: Form 187"/>
            <p:cNvSpPr/>
            <p:nvPr/>
          </p:nvSpPr>
          <p:spPr bwMode="auto">
            <a:xfrm>
              <a:off x="1905021" y="500119"/>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fill="norm" stroke="1" extrusionOk="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pPr>
                <a:defRPr/>
              </a:pPr>
              <a:endParaRPr lang="de-DE"/>
            </a:p>
          </p:txBody>
        </p:sp>
        <p:sp>
          <p:nvSpPr>
            <p:cNvPr id="189" name="Freihandform: Form 188"/>
            <p:cNvSpPr/>
            <p:nvPr/>
          </p:nvSpPr>
          <p:spPr bwMode="auto">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fill="norm" stroke="1" extrusionOk="0">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pPr>
                <a:defRPr/>
              </a:pPr>
              <a:endParaRPr lang="de-DE"/>
            </a:p>
          </p:txBody>
        </p:sp>
        <p:sp>
          <p:nvSpPr>
            <p:cNvPr id="190" name="Freihandform: Form 189"/>
            <p:cNvSpPr/>
            <p:nvPr/>
          </p:nvSpPr>
          <p:spPr bwMode="auto">
            <a:xfrm>
              <a:off x="2069462" y="500119"/>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fill="norm" stroke="1" extrusionOk="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pPr>
                <a:defRPr/>
              </a:pPr>
              <a:endParaRPr lang="de-DE"/>
            </a:p>
          </p:txBody>
        </p:sp>
      </p:grpSp>
      <p:sp>
        <p:nvSpPr>
          <p:cNvPr id="1001708024" name="Freihandform: Form 87"/>
          <p:cNvSpPr/>
          <p:nvPr userDrawn="1"/>
        </p:nvSpPr>
        <p:spPr bwMode="auto">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fill="norm" stroke="1" extrusionOk="0">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pPr>
              <a:defRPr/>
            </a:pPr>
            <a:endParaRPr lang="de-DE"/>
          </a:p>
        </p:txBody>
      </p:sp>
      <p:pic>
        <p:nvPicPr>
          <p:cNvPr id="2145821955" name="Grafik 114"/>
          <p:cNvPicPr>
            <a:picLocks noChangeAspect="1"/>
          </p:cNvPicPr>
          <p:nvPr userDrawn="1"/>
        </p:nvPicPr>
        <p:blipFill rotWithShape="1">
          <a:blip r:embed="rId2"/>
          <a:stretch/>
        </p:blipFill>
        <p:spPr bwMode="auto">
          <a:xfrm>
            <a:off x="8581493" y="300704"/>
            <a:ext cx="1543659" cy="541185"/>
          </a:xfrm>
          <a:prstGeom prst="rect">
            <a:avLst/>
          </a:prstGeom>
        </p:spPr>
      </p:pic>
      <p:sp>
        <p:nvSpPr>
          <p:cNvPr id="1201066275" name="Bildplatzhalter 5"/>
          <p:cNvSpPr>
            <a:spLocks noGrp="1"/>
          </p:cNvSpPr>
          <p:nvPr>
            <p:ph type="pic" sz="quarter" idx="14"/>
          </p:nvPr>
        </p:nvSpPr>
        <p:spPr bwMode="auto">
          <a:xfrm>
            <a:off x="6524462" y="300704"/>
            <a:ext cx="1731896" cy="535987"/>
          </a:xfrm>
        </p:spPr>
        <p:txBody>
          <a:bodyPr/>
          <a:lstStyle/>
          <a:p>
            <a:pPr>
              <a:defRPr/>
            </a:pPr>
            <a:endParaRPr lang="en-US"/>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
        <p:nvSpPr>
          <p:cNvPr id="1004955047" name="Titelplatzhalter 1"/>
          <p:cNvSpPr>
            <a:spLocks noGrp="1"/>
          </p:cNvSpPr>
          <p:nvPr>
            <p:ph type="title"/>
          </p:nvPr>
        </p:nvSpPr>
        <p:spPr bwMode="auto">
          <a:xfrm>
            <a:off x="518318" y="301185"/>
            <a:ext cx="6844385" cy="332399"/>
          </a:xfrm>
          <a:prstGeom prst="rect">
            <a:avLst/>
          </a:prstGeom>
        </p:spPr>
        <p:txBody>
          <a:bodyPr vert="horz" wrap="square" lIns="0" tIns="0" rIns="0" bIns="0" rtlCol="0" anchor="t" anchorCtr="0">
            <a:spAutoFit/>
          </a:bodyPr>
          <a:lstStyle/>
          <a:p>
            <a:pPr>
              <a:defRPr/>
            </a:pPr>
            <a:r>
              <a:rPr lang="de-DE"/>
              <a:t>Mastertitelformat bearbeiten</a:t>
            </a:r>
            <a:endParaRPr/>
          </a:p>
        </p:txBody>
      </p:sp>
      <p:sp>
        <p:nvSpPr>
          <p:cNvPr id="1840259534" name="Textplatzhalter 2"/>
          <p:cNvSpPr>
            <a:spLocks noGrp="1"/>
          </p:cNvSpPr>
          <p:nvPr>
            <p:ph type="body" idx="1"/>
          </p:nvPr>
        </p:nvSpPr>
        <p:spPr bwMode="auto">
          <a:xfrm>
            <a:off x="518319" y="1631156"/>
            <a:ext cx="11157744" cy="4569619"/>
          </a:xfrm>
          <a:prstGeom prst="rect">
            <a:avLst/>
          </a:prstGeom>
        </p:spPr>
        <p:txBody>
          <a:bodyPr vert="horz" lIns="0" tIns="0" rIns="360000" bIns="0" rtlCol="0" anchor="t" anchorCtr="0">
            <a:norm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1805825598" name="Datumsplatzhalter 3"/>
          <p:cNvSpPr>
            <a:spLocks noGrp="1"/>
          </p:cNvSpPr>
          <p:nvPr>
            <p:ph type="dt" sz="half" idx="2"/>
          </p:nvPr>
        </p:nvSpPr>
        <p:spPr bwMode="auto">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pPr>
              <a:defRPr/>
            </a:pPr>
            <a:fld id="{E4F9C00A-8AFB-47C9-A7D9-7909CE906E5E}" type="datetime4">
              <a:rPr lang="de-DE"/>
              <a:t>3. August 2026</a:t>
            </a:fld>
            <a:endParaRPr lang="de-DE"/>
          </a:p>
        </p:txBody>
      </p:sp>
      <p:sp>
        <p:nvSpPr>
          <p:cNvPr id="786236931" name="Fußzeilenplatzhalter 4"/>
          <p:cNvSpPr>
            <a:spLocks noGrp="1"/>
          </p:cNvSpPr>
          <p:nvPr>
            <p:ph type="ftr" sz="quarter" idx="3"/>
          </p:nvPr>
        </p:nvSpPr>
        <p:spPr bwMode="auto">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pPr>
              <a:defRPr/>
            </a:pPr>
            <a:r>
              <a:rPr lang="de-DE"/>
              <a:t>Technische Fakultät</a:t>
            </a:r>
            <a:endParaRPr lang="de-DE"/>
          </a:p>
        </p:txBody>
      </p:sp>
      <p:sp>
        <p:nvSpPr>
          <p:cNvPr id="209839362" name="Foliennummernplatzhalter 5"/>
          <p:cNvSpPr>
            <a:spLocks noGrp="1"/>
          </p:cNvSpPr>
          <p:nvPr>
            <p:ph type="sldNum" sz="quarter" idx="4"/>
          </p:nvPr>
        </p:nvSpPr>
        <p:spPr bwMode="auto">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pPr>
              <a:defRPr/>
            </a:pPr>
            <a:fld id="{D949F9DF-37BD-4CD6-BF49-65BA579E1D7A}" type="slidenum">
              <a:rPr lang="de-DE"/>
              <a:t>9</a:t>
            </a:fld>
            <a:endParaRPr lang="de-DE"/>
          </a:p>
        </p:txBody>
      </p:sp>
      <p:sp>
        <p:nvSpPr>
          <p:cNvPr id="2096139102" name="Rechteck 6"/>
          <p:cNvSpPr/>
          <p:nvPr userDrawn="1"/>
        </p:nvSpPr>
        <p:spPr bwMode="auto">
          <a:xfrm>
            <a:off x="518400" y="1196733"/>
            <a:ext cx="11676061"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35827727" name="Rechteck 8"/>
          <p:cNvSpPr/>
          <p:nvPr userDrawn="1"/>
        </p:nvSpPr>
        <p:spPr bwMode="auto">
          <a:xfrm>
            <a:off x="517200" y="6538525"/>
            <a:ext cx="11674800" cy="108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grpSp>
        <p:nvGrpSpPr>
          <p:cNvPr id="1082644338" name="Gruppieren 12"/>
          <p:cNvGrpSpPr/>
          <p:nvPr userDrawn="1"/>
        </p:nvGrpSpPr>
        <p:grpSpPr bwMode="auto">
          <a:xfrm>
            <a:off x="-390525" y="160153"/>
            <a:ext cx="333375" cy="136812"/>
            <a:chOff x="-133350" y="2711163"/>
            <a:chExt cx="333375" cy="136812"/>
          </a:xfrm>
        </p:grpSpPr>
        <p:cxnSp>
          <p:nvCxnSpPr>
            <p:cNvPr id="10" name="Gerader Verbinder 9"/>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bwMode="auto">
            <a:xfrm>
              <a:off x="-96506" y="2711163"/>
              <a:ext cx="259686"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08,70</a:t>
              </a:r>
              <a:endParaRPr/>
            </a:p>
          </p:txBody>
        </p:sp>
      </p:grpSp>
      <p:grpSp>
        <p:nvGrpSpPr>
          <p:cNvPr id="1586231208" name="Gruppieren 14"/>
          <p:cNvGrpSpPr/>
          <p:nvPr userDrawn="1"/>
        </p:nvGrpSpPr>
        <p:grpSpPr bwMode="auto">
          <a:xfrm>
            <a:off x="-390525" y="1131703"/>
            <a:ext cx="333375" cy="136812"/>
            <a:chOff x="-133350" y="2711163"/>
            <a:chExt cx="333375" cy="136812"/>
          </a:xfrm>
        </p:grpSpPr>
        <p:cxnSp>
          <p:nvCxnSpPr>
            <p:cNvPr id="16" name="Gerader Verbinder 15"/>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06,00</a:t>
              </a:r>
              <a:endParaRPr/>
            </a:p>
          </p:txBody>
        </p:sp>
      </p:grpSp>
      <p:grpSp>
        <p:nvGrpSpPr>
          <p:cNvPr id="260398384" name="Gruppieren 17"/>
          <p:cNvGrpSpPr/>
          <p:nvPr userDrawn="1"/>
        </p:nvGrpSpPr>
        <p:grpSpPr bwMode="auto">
          <a:xfrm>
            <a:off x="-390525" y="1491963"/>
            <a:ext cx="333375" cy="136812"/>
            <a:chOff x="-133350" y="2711163"/>
            <a:chExt cx="333375" cy="136812"/>
          </a:xfrm>
        </p:grpSpPr>
        <p:cxnSp>
          <p:nvCxnSpPr>
            <p:cNvPr id="19" name="Gerader Verbinder 18"/>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05,00</a:t>
              </a:r>
              <a:endParaRPr/>
            </a:p>
          </p:txBody>
        </p:sp>
      </p:grpSp>
      <p:grpSp>
        <p:nvGrpSpPr>
          <p:cNvPr id="135704827" name="Gruppieren 20"/>
          <p:cNvGrpSpPr/>
          <p:nvPr userDrawn="1"/>
        </p:nvGrpSpPr>
        <p:grpSpPr bwMode="auto">
          <a:xfrm>
            <a:off x="-390525" y="3292188"/>
            <a:ext cx="333375" cy="136812"/>
            <a:chOff x="-133350" y="2711163"/>
            <a:chExt cx="333375" cy="136812"/>
          </a:xfrm>
        </p:grpSpPr>
        <p:cxnSp>
          <p:nvCxnSpPr>
            <p:cNvPr id="22" name="Gerader Verbinder 21"/>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p:cNvSpPr txBox="1"/>
            <p:nvPr userDrawn="1"/>
          </p:nvSpPr>
          <p:spPr bwMode="auto">
            <a:xfrm>
              <a:off x="-96505"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00,00</a:t>
              </a:r>
              <a:endParaRPr/>
            </a:p>
          </p:txBody>
        </p:sp>
      </p:grpSp>
      <p:grpSp>
        <p:nvGrpSpPr>
          <p:cNvPr id="491099471" name="Gruppieren 23"/>
          <p:cNvGrpSpPr/>
          <p:nvPr userDrawn="1"/>
        </p:nvGrpSpPr>
        <p:grpSpPr bwMode="auto">
          <a:xfrm>
            <a:off x="-390525" y="6063963"/>
            <a:ext cx="333375" cy="136812"/>
            <a:chOff x="-133350" y="2711163"/>
            <a:chExt cx="333375" cy="136812"/>
          </a:xfrm>
        </p:grpSpPr>
        <p:cxnSp>
          <p:nvCxnSpPr>
            <p:cNvPr id="25" name="Gerader Verbinder 24"/>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p:cNvSpPr txBox="1"/>
            <p:nvPr userDrawn="1"/>
          </p:nvSpPr>
          <p:spPr bwMode="auto">
            <a:xfrm>
              <a:off x="-96504"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07,70</a:t>
              </a:r>
              <a:endParaRPr/>
            </a:p>
          </p:txBody>
        </p:sp>
      </p:grpSp>
      <p:grpSp>
        <p:nvGrpSpPr>
          <p:cNvPr id="876422574" name="Gruppieren 26"/>
          <p:cNvGrpSpPr/>
          <p:nvPr userDrawn="1"/>
        </p:nvGrpSpPr>
        <p:grpSpPr bwMode="auto">
          <a:xfrm>
            <a:off x="-390525" y="6495763"/>
            <a:ext cx="333375" cy="136812"/>
            <a:chOff x="-133350" y="2711163"/>
            <a:chExt cx="333375" cy="136812"/>
          </a:xfrm>
        </p:grpSpPr>
        <p:cxnSp>
          <p:nvCxnSpPr>
            <p:cNvPr id="28" name="Gerader Verbinder 27"/>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p:cNvSpPr txBox="1"/>
            <p:nvPr userDrawn="1"/>
          </p:nvSpPr>
          <p:spPr bwMode="auto">
            <a:xfrm>
              <a:off x="-96503" y="2711163"/>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08,90</a:t>
              </a:r>
              <a:endParaRPr/>
            </a:p>
          </p:txBody>
        </p:sp>
      </p:grpSp>
      <p:grpSp>
        <p:nvGrpSpPr>
          <p:cNvPr id="1496130719" name="Gruppieren 29"/>
          <p:cNvGrpSpPr/>
          <p:nvPr userDrawn="1"/>
        </p:nvGrpSpPr>
        <p:grpSpPr bwMode="auto">
          <a:xfrm rot="16199998">
            <a:off x="281643" y="-299136"/>
            <a:ext cx="333375" cy="136808"/>
            <a:chOff x="-133350" y="2711167"/>
            <a:chExt cx="333375" cy="136808"/>
          </a:xfrm>
        </p:grpSpPr>
        <p:cxnSp>
          <p:nvCxnSpPr>
            <p:cNvPr id="31" name="Gerader Verbinder 30"/>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p:cNvSpPr txBox="1"/>
            <p:nvPr userDrawn="1"/>
          </p:nvSpPr>
          <p:spPr bwMode="auto">
            <a:xfrm>
              <a:off x="-96507" y="2711167"/>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grpSp>
        <p:nvGrpSpPr>
          <p:cNvPr id="130862796" name="Gruppieren 32"/>
          <p:cNvGrpSpPr/>
          <p:nvPr userDrawn="1"/>
        </p:nvGrpSpPr>
        <p:grpSpPr bwMode="auto">
          <a:xfrm rot="16199998">
            <a:off x="5752962" y="-299136"/>
            <a:ext cx="333375" cy="136804"/>
            <a:chOff x="-133350" y="2711171"/>
            <a:chExt cx="333375" cy="136804"/>
          </a:xfrm>
        </p:grpSpPr>
        <p:cxnSp>
          <p:nvCxnSpPr>
            <p:cNvPr id="34" name="Gerader Verbinder 33"/>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p:cNvSpPr txBox="1"/>
            <p:nvPr userDrawn="1"/>
          </p:nvSpPr>
          <p:spPr bwMode="auto">
            <a:xfrm>
              <a:off x="-96504" y="271117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grpSp>
        <p:nvGrpSpPr>
          <p:cNvPr id="1863300714" name="Gruppieren 13"/>
          <p:cNvGrpSpPr/>
          <p:nvPr userDrawn="1"/>
        </p:nvGrpSpPr>
        <p:grpSpPr bwMode="auto">
          <a:xfrm>
            <a:off x="6203950" y="-397424"/>
            <a:ext cx="124906" cy="333375"/>
            <a:chOff x="6416680" y="-397424"/>
            <a:chExt cx="124906" cy="333375"/>
          </a:xfrm>
        </p:grpSpPr>
        <p:cxnSp>
          <p:nvCxnSpPr>
            <p:cNvPr id="37" name="Gerader Verbinder 36"/>
            <p:cNvCxnSpPr/>
            <p:nvPr userDrawn="1"/>
          </p:nvCxnSpPr>
          <p:spPr bwMode="auto">
            <a:xfrm rot="16199998">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p:cNvSpPr txBox="1"/>
            <p:nvPr userDrawn="1"/>
          </p:nvSpPr>
          <p:spPr bwMode="auto">
            <a:xfrm rot="16199998">
              <a:off x="6349289" y="-293191"/>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00,30</a:t>
              </a:r>
              <a:endParaRPr/>
            </a:p>
          </p:txBody>
        </p:sp>
      </p:grpSp>
      <p:cxnSp>
        <p:nvCxnSpPr>
          <p:cNvPr id="780171331" name="Gerader Verbinder 39"/>
          <p:cNvCxnSpPr/>
          <p:nvPr userDrawn="1"/>
        </p:nvCxnSpPr>
        <p:spPr bwMode="auto">
          <a:xfrm rot="16199998">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195063670" name="Gruppieren 40"/>
          <p:cNvGrpSpPr/>
          <p:nvPr userDrawn="1"/>
        </p:nvGrpSpPr>
        <p:grpSpPr bwMode="auto">
          <a:xfrm rot="16199998">
            <a:off x="11447325" y="-299139"/>
            <a:ext cx="333375" cy="136800"/>
            <a:chOff x="-133350" y="2711175"/>
            <a:chExt cx="333375" cy="136800"/>
          </a:xfrm>
        </p:grpSpPr>
        <p:cxnSp>
          <p:nvCxnSpPr>
            <p:cNvPr id="42" name="Gerader Verbinder 41"/>
            <p:cNvCxnSpPr/>
            <p:nvPr userDrawn="1"/>
          </p:nvCxnSpPr>
          <p:spPr bwMode="auto">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p:cNvSpPr txBox="1"/>
            <p:nvPr userDrawn="1"/>
          </p:nvSpPr>
          <p:spPr bwMode="auto">
            <a:xfrm>
              <a:off x="-96501" y="2711175"/>
              <a:ext cx="259687" cy="124906"/>
            </a:xfrm>
            <a:prstGeom prst="rect">
              <a:avLst/>
            </a:prstGeom>
            <a:noFill/>
          </p:spPr>
          <p:txBody>
            <a:bodyPr wrap="none" lIns="0" tIns="0" rIns="0" bIns="0" rtlCol="0">
              <a:spAutoFit/>
            </a:bodyPr>
            <a:lstStyle/>
            <a:p>
              <a:pPr marL="0" marR="0" indent="0" algn="ctr" defTabSz="914400" rtl="0">
                <a:lnSpc>
                  <a:spcPct val="110000"/>
                </a:lnSpc>
                <a:spcBef>
                  <a:spcPts val="0"/>
                </a:spcBef>
                <a:spcAft>
                  <a:spcPts val="1200"/>
                </a:spcAft>
                <a:buClrTx/>
                <a:buSzTx/>
                <a:buFont typeface="Arial"/>
                <a:buNone/>
                <a:defRPr/>
              </a:pPr>
              <a:r>
                <a:rPr lang="de-DE" sz="800" b="0" i="0" u="none" strike="noStrike" cap="none" spc="0">
                  <a:ln>
                    <a:noFill/>
                  </a:ln>
                  <a:solidFill>
                    <a:schemeClr val="accent6"/>
                  </a:solidFill>
                  <a:latin typeface="Arial"/>
                  <a:ea typeface="Arial"/>
                  <a:cs typeface="Arial"/>
                </a:rPr>
                <a:t>15,50</a:t>
              </a:r>
              <a:endParaRPr/>
            </a:p>
          </p:txBody>
        </p:sp>
      </p:grpSp>
      <p:sp>
        <p:nvSpPr>
          <p:cNvPr id="1558673294" name="Freihandform: Form 43"/>
          <p:cNvSpPr>
            <a:spLocks noChangeAspect="1"/>
          </p:cNvSpPr>
          <p:nvPr userDrawn="1"/>
        </p:nvSpPr>
        <p:spPr bwMode="auto">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fill="norm" stroke="1" extrusionOk="0">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a:lnSpc>
                <a:spcPct val="100000"/>
              </a:lnSpc>
              <a:spcBef>
                <a:spcPts val="0"/>
              </a:spcBef>
              <a:spcAft>
                <a:spcPts val="0"/>
              </a:spcAft>
              <a:buClrTx/>
              <a:buSzTx/>
              <a:buFontTx/>
              <a:buNone/>
              <a:defRPr/>
            </a:pPr>
            <a:endParaRPr lang="de-DE" sz="1800" b="0" i="0" u="none" strike="noStrike" cap="none" spc="0">
              <a:ln>
                <a:noFill/>
              </a:ln>
              <a:solidFill>
                <a:prstClr val="black"/>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1" ftr="1" hdr="0" sldNum="1"/>
  <p:txStyles>
    <p:titleStyle>
      <a:lvl1pPr algn="l" defTabSz="914400" rtl="0">
        <a:lnSpc>
          <a:spcPct val="90000"/>
        </a:lnSpc>
        <a:spcBef>
          <a:spcPts val="0"/>
        </a:spcBef>
        <a:buNone/>
        <a:defRPr sz="2400" b="1">
          <a:solidFill>
            <a:srgbClr val="041E42"/>
          </a:solidFill>
          <a:latin typeface="+mj-lt"/>
          <a:ea typeface="+mj-ea"/>
          <a:cs typeface="+mj-cs"/>
        </a:defRPr>
      </a:lvl1pPr>
    </p:titleStyle>
    <p:bodyStyle>
      <a:lvl1pPr marL="0" indent="0" algn="l" defTabSz="914400" rtl="0">
        <a:lnSpc>
          <a:spcPct val="110000"/>
        </a:lnSpc>
        <a:spcBef>
          <a:spcPts val="0"/>
        </a:spcBef>
        <a:spcAft>
          <a:spcPts val="1200"/>
        </a:spcAft>
        <a:buFont typeface="Arial"/>
        <a:buNone/>
        <a:defRPr sz="1600">
          <a:solidFill>
            <a:schemeClr val="tx1"/>
          </a:solidFill>
          <a:latin typeface="+mn-lt"/>
          <a:ea typeface="+mn-ea"/>
          <a:cs typeface="+mn-cs"/>
        </a:defRPr>
      </a:lvl1pPr>
      <a:lvl2pPr marL="180000" indent="-180000" algn="l" defTabSz="914400" rtl="0">
        <a:lnSpc>
          <a:spcPct val="110000"/>
        </a:lnSpc>
        <a:spcBef>
          <a:spcPts val="0"/>
        </a:spcBef>
        <a:spcAft>
          <a:spcPts val="1200"/>
        </a:spcAft>
        <a:buClr>
          <a:schemeClr val="accent4"/>
        </a:buClr>
        <a:buFont typeface="Symbol"/>
        <a:buChar char="-"/>
        <a:defRPr sz="1600">
          <a:solidFill>
            <a:schemeClr val="tx1"/>
          </a:solidFill>
          <a:latin typeface="+mn-lt"/>
          <a:ea typeface="+mn-ea"/>
          <a:cs typeface="+mn-cs"/>
        </a:defRPr>
      </a:lvl2pPr>
      <a:lvl3pPr marL="360000" indent="-180000" algn="l" defTabSz="914400" rtl="0">
        <a:lnSpc>
          <a:spcPct val="110000"/>
        </a:lnSpc>
        <a:spcBef>
          <a:spcPts val="0"/>
        </a:spcBef>
        <a:spcAft>
          <a:spcPts val="1200"/>
        </a:spcAft>
        <a:buClr>
          <a:schemeClr val="accent4"/>
        </a:buClr>
        <a:buFont typeface="Symbol"/>
        <a:buChar char="-"/>
        <a:defRPr sz="1400">
          <a:solidFill>
            <a:schemeClr val="tx1"/>
          </a:solidFill>
          <a:latin typeface="+mn-lt"/>
          <a:ea typeface="+mn-ea"/>
          <a:cs typeface="+mn-cs"/>
        </a:defRPr>
      </a:lvl3pPr>
      <a:lvl4pPr marL="540000" indent="-180000" algn="l" defTabSz="914400" rtl="0">
        <a:lnSpc>
          <a:spcPct val="110000"/>
        </a:lnSpc>
        <a:spcBef>
          <a:spcPts val="0"/>
        </a:spcBef>
        <a:spcAft>
          <a:spcPts val="1200"/>
        </a:spcAft>
        <a:buClr>
          <a:schemeClr val="accent4"/>
        </a:buClr>
        <a:buFont typeface="Symbol"/>
        <a:buChar char="-"/>
        <a:defRPr sz="1400">
          <a:solidFill>
            <a:schemeClr val="tx1"/>
          </a:solidFill>
          <a:latin typeface="+mn-lt"/>
          <a:ea typeface="+mn-ea"/>
          <a:cs typeface="+mn-cs"/>
        </a:defRPr>
      </a:lvl4pPr>
      <a:lvl5pPr marL="720000" indent="-180000" algn="l" defTabSz="914400" rtl="0">
        <a:lnSpc>
          <a:spcPct val="110000"/>
        </a:lnSpc>
        <a:spcBef>
          <a:spcPts val="0"/>
        </a:spcBef>
        <a:spcAft>
          <a:spcPts val="1200"/>
        </a:spcAft>
        <a:buClr>
          <a:schemeClr val="accent4"/>
        </a:buClr>
        <a:buFont typeface="Symbol"/>
        <a:buChar char="-"/>
        <a:defRPr sz="1200">
          <a:solidFill>
            <a:schemeClr val="tx1"/>
          </a:solidFill>
          <a:latin typeface="+mn-lt"/>
          <a:ea typeface="+mn-ea"/>
          <a:cs typeface="+mn-cs"/>
        </a:defRPr>
      </a:lvl5pPr>
      <a:lvl6pPr marL="900000" indent="-180000" algn="l" defTabSz="914400" rtl="0">
        <a:lnSpc>
          <a:spcPct val="110000"/>
        </a:lnSpc>
        <a:spcBef>
          <a:spcPts val="0"/>
        </a:spcBef>
        <a:spcAft>
          <a:spcPts val="1200"/>
        </a:spcAft>
        <a:buClr>
          <a:schemeClr val="accent4"/>
        </a:buClr>
        <a:buFont typeface="Symbol"/>
        <a:buChar char="-"/>
        <a:defRPr sz="1200">
          <a:solidFill>
            <a:schemeClr val="tx1"/>
          </a:solidFill>
          <a:latin typeface="+mn-lt"/>
          <a:ea typeface="+mn-ea"/>
          <a:cs typeface="+mn-cs"/>
        </a:defRPr>
      </a:lvl6pPr>
      <a:lvl7pPr marL="1080000" indent="-180000" algn="l" defTabSz="914400" rtl="0">
        <a:lnSpc>
          <a:spcPct val="110000"/>
        </a:lnSpc>
        <a:spcBef>
          <a:spcPts val="0"/>
        </a:spcBef>
        <a:spcAft>
          <a:spcPts val="1200"/>
        </a:spcAft>
        <a:buClr>
          <a:schemeClr val="accent4"/>
        </a:buClr>
        <a:buFont typeface="Symbol"/>
        <a:buChar char="-"/>
        <a:defRPr sz="1200">
          <a:solidFill>
            <a:schemeClr val="tx1"/>
          </a:solidFill>
          <a:latin typeface="+mn-lt"/>
          <a:ea typeface="+mn-ea"/>
          <a:cs typeface="+mn-cs"/>
        </a:defRPr>
      </a:lvl7pPr>
      <a:lvl8pPr marL="1260000" indent="-180000" algn="l" defTabSz="914400" rtl="0">
        <a:lnSpc>
          <a:spcPct val="110000"/>
        </a:lnSpc>
        <a:spcBef>
          <a:spcPts val="0"/>
        </a:spcBef>
        <a:spcAft>
          <a:spcPts val="1200"/>
        </a:spcAft>
        <a:buClr>
          <a:schemeClr val="accent4"/>
        </a:buClr>
        <a:buFont typeface="Symbol"/>
        <a:buChar char="-"/>
        <a:defRPr sz="1200">
          <a:solidFill>
            <a:schemeClr val="tx1"/>
          </a:solidFill>
          <a:latin typeface="+mn-lt"/>
          <a:ea typeface="+mn-ea"/>
          <a:cs typeface="+mn-cs"/>
        </a:defRPr>
      </a:lvl8pPr>
      <a:lvl9pPr marL="1440000" indent="-180000" algn="l" defTabSz="914400" rtl="0">
        <a:lnSpc>
          <a:spcPct val="110000"/>
        </a:lnSpc>
        <a:spcBef>
          <a:spcPts val="0"/>
        </a:spcBef>
        <a:spcAft>
          <a:spcPts val="1200"/>
        </a:spcAft>
        <a:buClr>
          <a:schemeClr val="accent4"/>
        </a:buClr>
        <a:buFont typeface="Symbol"/>
        <a:buChar char="-"/>
        <a:defRPr sz="1200">
          <a:solidFill>
            <a:schemeClr val="tx1"/>
          </a:solidFill>
          <a:latin typeface="+mn-lt"/>
          <a:ea typeface="+mn-ea"/>
          <a:cs typeface="+mn-cs"/>
        </a:defRPr>
      </a:lvl9pPr>
    </p:bodyStyle>
    <p:otherStyle>
      <a:defPPr>
        <a:defRPr lang="de-DE"/>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chart" Target="../charts/chart1.xml" /></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chart" Target="../charts/chart2.xml" /></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chart" Target="../charts/chart3.xml" /><Relationship Id="rId4" Type="http://schemas.openxmlformats.org/officeDocument/2006/relationships/chart" Target="../charts/chart4.xml" /></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chart" Target="../charts/chart5.xml" /></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chart" Target="../charts/chart6.xml" /></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6312032" name="Textplatzhalter 1"/>
          <p:cNvSpPr>
            <a:spLocks noGrp="1"/>
          </p:cNvSpPr>
          <p:nvPr>
            <p:ph type="body" sz="quarter" idx="11"/>
          </p:nvPr>
        </p:nvSpPr>
        <p:spPr bwMode="auto"/>
        <p:txBody>
          <a:bodyPr/>
          <a:lstStyle/>
          <a:p>
            <a:pPr>
              <a:defRPr/>
            </a:pPr>
            <a:endParaRPr lang="en-US"/>
          </a:p>
        </p:txBody>
      </p:sp>
      <p:pic>
        <p:nvPicPr>
          <p:cNvPr id="1405535076" name="Bildplatzhalter 13" descr="Ein Bild, das Text, Geschirr enthält.&#10;&#10;Automatisch generierte Beschreibung"/>
          <p:cNvPicPr>
            <a:picLocks noChangeAspect="1" noGrp="1"/>
          </p:cNvPicPr>
          <p:nvPr>
            <p:ph type="pic" sz="quarter" idx="10"/>
          </p:nvPr>
        </p:nvPicPr>
        <p:blipFill rotWithShape="1">
          <a:blip r:embed="rId3"/>
          <a:srcRect l="0" t="11875" r="0" b="11875"/>
          <a:stretch/>
        </p:blipFill>
        <p:spPr bwMode="auto">
          <a:xfrm>
            <a:off x="0" y="1254265"/>
            <a:ext cx="12192000" cy="5603736"/>
          </a:xfrm>
        </p:spPr>
      </p:pic>
      <p:sp>
        <p:nvSpPr>
          <p:cNvPr id="1637681313" name="Titel 3"/>
          <p:cNvSpPr>
            <a:spLocks noGrp="1"/>
          </p:cNvSpPr>
          <p:nvPr>
            <p:ph type="title"/>
          </p:nvPr>
        </p:nvSpPr>
        <p:spPr bwMode="auto">
          <a:xfrm>
            <a:off x="476963" y="1574531"/>
            <a:ext cx="10578986" cy="1030539"/>
          </a:xfrm>
        </p:spPr>
        <p:txBody>
          <a:bodyPr/>
          <a:lstStyle/>
          <a:p>
            <a:pPr>
              <a:defRPr/>
            </a:pPr>
            <a:r>
              <a:rPr lang="de-DE"/>
              <a:t>Title </a:t>
            </a:r>
            <a:r>
              <a:rPr lang="de-DE"/>
              <a:t>of</a:t>
            </a:r>
            <a:r>
              <a:rPr lang="de-DE"/>
              <a:t> </a:t>
            </a:r>
            <a:r>
              <a:rPr lang="de-DE"/>
              <a:t>your</a:t>
            </a:r>
            <a:r>
              <a:rPr lang="de-DE"/>
              <a:t> </a:t>
            </a:r>
            <a:r>
              <a:rPr lang="de-DE"/>
              <a:t>project</a:t>
            </a:r>
            <a:r>
              <a:rPr lang="de-DE"/>
              <a:t>/</a:t>
            </a:r>
            <a:r>
              <a:rPr lang="de-DE"/>
              <a:t>thesis</a:t>
            </a:r>
            <a:endParaRPr lang="de-DE"/>
          </a:p>
        </p:txBody>
      </p:sp>
      <p:sp>
        <p:nvSpPr>
          <p:cNvPr id="733389978" name="Picture Placeholder 5"/>
          <p:cNvSpPr>
            <a:spLocks noGrp="1"/>
          </p:cNvSpPr>
          <p:nvPr>
            <p:ph type="pic" sz="quarter" idx="12"/>
          </p:nvPr>
        </p:nvSpPr>
        <p:spPr bwMode="auto"/>
        <p:txBody>
          <a:bodyPr/>
          <a:lstStyle/>
          <a:p>
            <a:pPr>
              <a:defRPr/>
            </a:pPr>
            <a:endParaRPr lang="de-DE"/>
          </a:p>
        </p:txBody>
      </p:sp>
      <p:sp>
        <p:nvSpPr>
          <p:cNvPr id="220621775" name="Titel 3"/>
          <p:cNvSpPr txBox="1"/>
          <p:nvPr/>
        </p:nvSpPr>
        <p:spPr bwMode="auto">
          <a:xfrm>
            <a:off x="572365" y="4850051"/>
            <a:ext cx="1869679" cy="437236"/>
          </a:xfrm>
          <a:prstGeom prst="rect">
            <a:avLst/>
          </a:prstGeom>
        </p:spPr>
        <p:txBody>
          <a:bodyPr vert="horz" wrap="none" lIns="0" tIns="0" rIns="0" bIns="0" rtlCol="0" anchor="t" anchorCtr="0">
            <a:spAutoFit/>
          </a:bodyPr>
          <a:lstStyle>
            <a:lvl1pPr algn="l" defTabSz="914400" rtl="0">
              <a:lnSpc>
                <a:spcPct val="110000"/>
              </a:lnSpc>
              <a:spcBef>
                <a:spcPts val="0"/>
              </a:spcBef>
              <a:buNone/>
              <a:defRPr sz="6600" b="1">
                <a:solidFill>
                  <a:schemeClr val="tx1"/>
                </a:solidFill>
                <a:latin typeface="+mj-lt"/>
                <a:ea typeface="+mj-ea"/>
                <a:cs typeface="+mj-cs"/>
              </a:defRPr>
            </a:lvl1pPr>
          </a:lstStyle>
          <a:p>
            <a:pPr>
              <a:defRPr/>
            </a:pPr>
            <a:r>
              <a:rPr lang="en-US" sz="2800"/>
              <a:t>Your Name</a:t>
            </a:r>
            <a:endParaRPr lang="de-DE" sz="2800"/>
          </a:p>
        </p:txBody>
      </p:sp>
      <p:sp>
        <p:nvSpPr>
          <p:cNvPr id="934778418" name="Titel 3"/>
          <p:cNvSpPr txBox="1"/>
          <p:nvPr/>
        </p:nvSpPr>
        <p:spPr bwMode="auto">
          <a:xfrm>
            <a:off x="572365" y="5345347"/>
            <a:ext cx="2922788" cy="989438"/>
          </a:xfrm>
          <a:prstGeom prst="rect">
            <a:avLst/>
          </a:prstGeom>
        </p:spPr>
        <p:txBody>
          <a:bodyPr vert="horz" wrap="none" lIns="0" tIns="0" rIns="0" bIns="0" rtlCol="0" anchor="t" anchorCtr="0">
            <a:spAutoFit/>
          </a:bodyPr>
          <a:lstStyle>
            <a:lvl1pPr algn="l" defTabSz="914400" rtl="0">
              <a:lnSpc>
                <a:spcPct val="110000"/>
              </a:lnSpc>
              <a:spcBef>
                <a:spcPts val="0"/>
              </a:spcBef>
              <a:buNone/>
              <a:defRPr sz="6600" b="1">
                <a:solidFill>
                  <a:schemeClr val="tx1"/>
                </a:solidFill>
                <a:latin typeface="+mj-lt"/>
                <a:ea typeface="+mj-ea"/>
                <a:cs typeface="+mj-cs"/>
              </a:defRPr>
            </a:lvl1pPr>
          </a:lstStyle>
          <a:p>
            <a:pPr>
              <a:defRPr/>
            </a:pPr>
            <a:r>
              <a:rPr lang="en-US" sz="2000" b="0"/>
              <a:t>Your program</a:t>
            </a:r>
            <a:endParaRPr/>
          </a:p>
          <a:p>
            <a:pPr>
              <a:defRPr/>
            </a:pPr>
            <a:r>
              <a:rPr lang="en-US" sz="2000" b="0"/>
              <a:t>Your supervisor (s) name:</a:t>
            </a:r>
            <a:endParaRPr/>
          </a:p>
          <a:p>
            <a:pPr>
              <a:defRPr/>
            </a:pPr>
            <a:r>
              <a:rPr lang="en-US" sz="2000" b="0"/>
              <a:t>Date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9346125" name="Datumsplatzhalter 1"/>
          <p:cNvSpPr>
            <a:spLocks noGrp="1"/>
          </p:cNvSpPr>
          <p:nvPr>
            <p:ph type="dt" sz="half" idx="10"/>
          </p:nvPr>
        </p:nvSpPr>
        <p:spPr bwMode="auto"/>
        <p:txBody>
          <a:bodyPr/>
          <a:lstStyle/>
          <a:p>
            <a:pPr>
              <a:defRPr/>
            </a:pPr>
            <a:fld id="{0389F959-AAFA-471A-B8FB-4CD12773E51D}" type="datetime4">
              <a:rPr lang="de-DE"/>
              <a:t>3. August 2026</a:t>
            </a:fld>
            <a:endParaRPr lang="de-DE"/>
          </a:p>
        </p:txBody>
      </p:sp>
      <p:sp>
        <p:nvSpPr>
          <p:cNvPr id="629264538" name="Fußzeilenplatzhalter 2"/>
          <p:cNvSpPr>
            <a:spLocks noGrp="1"/>
          </p:cNvSpPr>
          <p:nvPr>
            <p:ph type="ftr" sz="quarter" idx="11"/>
          </p:nvPr>
        </p:nvSpPr>
        <p:spPr bwMode="auto"/>
        <p:txBody>
          <a:bodyPr/>
          <a:lstStyle/>
          <a:p>
            <a:pPr>
              <a:defRPr/>
            </a:pPr>
            <a:r>
              <a:rPr lang="de-DE"/>
              <a:t>Technische Fakultät</a:t>
            </a:r>
            <a:endParaRPr lang="de-DE"/>
          </a:p>
        </p:txBody>
      </p:sp>
      <p:sp>
        <p:nvSpPr>
          <p:cNvPr id="315778771" name="Foliennummernplatzhalter 3"/>
          <p:cNvSpPr>
            <a:spLocks noGrp="1"/>
          </p:cNvSpPr>
          <p:nvPr>
            <p:ph type="sldNum" sz="quarter" idx="12"/>
          </p:nvPr>
        </p:nvSpPr>
        <p:spPr bwMode="auto"/>
        <p:txBody>
          <a:bodyPr/>
          <a:lstStyle/>
          <a:p>
            <a:pPr>
              <a:defRPr/>
            </a:pPr>
            <a:fld id="{D949F9DF-37BD-4CD6-BF49-65BA579E1D7A}" type="slidenum">
              <a:rPr lang="de-DE"/>
              <a:t>2</a:t>
            </a:fld>
            <a:endParaRPr lang="de-DE"/>
          </a:p>
        </p:txBody>
      </p:sp>
      <p:sp>
        <p:nvSpPr>
          <p:cNvPr id="1031290851" name="Textplatzhalter 4"/>
          <p:cNvSpPr>
            <a:spLocks noGrp="1"/>
          </p:cNvSpPr>
          <p:nvPr>
            <p:ph type="body" sz="quarter" idx="15"/>
          </p:nvPr>
        </p:nvSpPr>
        <p:spPr bwMode="auto"/>
        <p:txBody>
          <a:bodyPr/>
          <a:lstStyle/>
          <a:p>
            <a:pPr>
              <a:defRPr/>
            </a:pPr>
            <a:r>
              <a:rPr lang="de-DE"/>
              <a:t>Agendapunkt / Kapitelthema</a:t>
            </a:r>
            <a:endParaRPr lang="de-DE"/>
          </a:p>
        </p:txBody>
      </p:sp>
      <p:sp>
        <p:nvSpPr>
          <p:cNvPr id="1754095697" name="Textplatzhalter 5"/>
          <p:cNvSpPr>
            <a:spLocks noGrp="1"/>
          </p:cNvSpPr>
          <p:nvPr>
            <p:ph type="body" sz="quarter" idx="16"/>
          </p:nvPr>
        </p:nvSpPr>
        <p:spPr bwMode="auto"/>
        <p:txBody>
          <a:bodyPr/>
          <a:lstStyle/>
          <a:p>
            <a:pPr>
              <a:defRPr/>
            </a:pPr>
            <a:r>
              <a:rPr lang="de-DE"/>
              <a:t>02</a:t>
            </a:r>
            <a:endParaRPr/>
          </a:p>
        </p:txBody>
      </p:sp>
      <p:sp>
        <p:nvSpPr>
          <p:cNvPr id="79315048" name="Textplatzhalter 6"/>
          <p:cNvSpPr>
            <a:spLocks noGrp="1"/>
          </p:cNvSpPr>
          <p:nvPr>
            <p:ph type="body" sz="quarter" idx="17"/>
          </p:nvPr>
        </p:nvSpPr>
        <p:spPr bwMode="auto"/>
        <p:txBody>
          <a:bodyPr/>
          <a:lstStyle/>
          <a:p>
            <a:pPr>
              <a:defRPr/>
            </a:pPr>
            <a:r>
              <a:rPr lang="de-DE"/>
              <a:t>Agendapunkt / Kapitelthema</a:t>
            </a:r>
            <a:endParaRPr lang="de-DE"/>
          </a:p>
        </p:txBody>
      </p:sp>
      <p:sp>
        <p:nvSpPr>
          <p:cNvPr id="314960791" name="Textplatzhalter 7"/>
          <p:cNvSpPr>
            <a:spLocks noGrp="1"/>
          </p:cNvSpPr>
          <p:nvPr>
            <p:ph type="body" sz="quarter" idx="18"/>
          </p:nvPr>
        </p:nvSpPr>
        <p:spPr bwMode="auto"/>
        <p:txBody>
          <a:bodyPr/>
          <a:lstStyle/>
          <a:p>
            <a:pPr>
              <a:defRPr/>
            </a:pPr>
            <a:r>
              <a:rPr lang="de-DE"/>
              <a:t>05</a:t>
            </a:r>
            <a:endParaRPr/>
          </a:p>
        </p:txBody>
      </p:sp>
      <p:sp>
        <p:nvSpPr>
          <p:cNvPr id="469899083" name="Textplatzhalter 8"/>
          <p:cNvSpPr>
            <a:spLocks noGrp="1"/>
          </p:cNvSpPr>
          <p:nvPr>
            <p:ph type="body" sz="quarter" idx="19"/>
          </p:nvPr>
        </p:nvSpPr>
        <p:spPr bwMode="auto"/>
        <p:txBody>
          <a:bodyPr/>
          <a:lstStyle/>
          <a:p>
            <a:pPr>
              <a:defRPr/>
            </a:pPr>
            <a:r>
              <a:rPr lang="de-DE"/>
              <a:t>Agendapunkt / Kapitelthema</a:t>
            </a:r>
            <a:endParaRPr/>
          </a:p>
        </p:txBody>
      </p:sp>
      <p:sp>
        <p:nvSpPr>
          <p:cNvPr id="1016153585" name="Textplatzhalter 9"/>
          <p:cNvSpPr>
            <a:spLocks noGrp="1"/>
          </p:cNvSpPr>
          <p:nvPr>
            <p:ph type="body" sz="quarter" idx="20"/>
          </p:nvPr>
        </p:nvSpPr>
        <p:spPr bwMode="auto"/>
        <p:txBody>
          <a:bodyPr/>
          <a:lstStyle/>
          <a:p>
            <a:pPr>
              <a:defRPr/>
            </a:pPr>
            <a:r>
              <a:rPr lang="de-DE"/>
              <a:t>03</a:t>
            </a:r>
            <a:endParaRPr/>
          </a:p>
        </p:txBody>
      </p:sp>
      <p:sp>
        <p:nvSpPr>
          <p:cNvPr id="9355874" name="Textplatzhalter 10"/>
          <p:cNvSpPr>
            <a:spLocks noGrp="1"/>
          </p:cNvSpPr>
          <p:nvPr>
            <p:ph type="body" sz="quarter" idx="21"/>
          </p:nvPr>
        </p:nvSpPr>
        <p:spPr bwMode="auto"/>
        <p:txBody>
          <a:bodyPr/>
          <a:lstStyle/>
          <a:p>
            <a:pPr>
              <a:defRPr/>
            </a:pPr>
            <a:r>
              <a:rPr lang="de-DE"/>
              <a:t>Agendapunkt / Kapitelthema</a:t>
            </a:r>
            <a:endParaRPr lang="de-DE"/>
          </a:p>
        </p:txBody>
      </p:sp>
      <p:sp>
        <p:nvSpPr>
          <p:cNvPr id="1733596651" name="Textplatzhalter 11"/>
          <p:cNvSpPr>
            <a:spLocks noGrp="1"/>
          </p:cNvSpPr>
          <p:nvPr>
            <p:ph type="body" sz="quarter" idx="22"/>
          </p:nvPr>
        </p:nvSpPr>
        <p:spPr bwMode="auto"/>
        <p:txBody>
          <a:bodyPr/>
          <a:lstStyle/>
          <a:p>
            <a:pPr>
              <a:defRPr/>
            </a:pPr>
            <a:r>
              <a:rPr lang="de-DE"/>
              <a:t>04</a:t>
            </a:r>
            <a:endParaRPr/>
          </a:p>
        </p:txBody>
      </p:sp>
      <p:sp>
        <p:nvSpPr>
          <p:cNvPr id="2130421627" name="Textplatzhalter 12"/>
          <p:cNvSpPr>
            <a:spLocks noGrp="1"/>
          </p:cNvSpPr>
          <p:nvPr>
            <p:ph type="body" sz="quarter" idx="23"/>
          </p:nvPr>
        </p:nvSpPr>
        <p:spPr bwMode="auto"/>
        <p:txBody>
          <a:bodyPr/>
          <a:lstStyle/>
          <a:p>
            <a:pPr>
              <a:defRPr/>
            </a:pPr>
            <a:r>
              <a:rPr lang="de-DE"/>
              <a:t>Agendapunkt / Kapitelthema</a:t>
            </a:r>
            <a:endParaRPr lang="de-DE"/>
          </a:p>
        </p:txBody>
      </p:sp>
      <p:sp>
        <p:nvSpPr>
          <p:cNvPr id="512139525" name="Textplatzhalter 13"/>
          <p:cNvSpPr>
            <a:spLocks noGrp="1"/>
          </p:cNvSpPr>
          <p:nvPr>
            <p:ph type="body" sz="quarter" idx="24"/>
          </p:nvPr>
        </p:nvSpPr>
        <p:spPr bwMode="auto"/>
        <p:txBody>
          <a:bodyPr/>
          <a:lstStyle/>
          <a:p>
            <a:pPr>
              <a:defRPr/>
            </a:pPr>
            <a:r>
              <a:rPr lang="de-DE"/>
              <a:t>06</a:t>
            </a:r>
            <a:endParaRPr/>
          </a:p>
        </p:txBody>
      </p:sp>
      <p:sp>
        <p:nvSpPr>
          <p:cNvPr id="1115484576" name="Titel 26"/>
          <p:cNvSpPr>
            <a:spLocks noGrp="1"/>
          </p:cNvSpPr>
          <p:nvPr>
            <p:ph type="title"/>
          </p:nvPr>
        </p:nvSpPr>
        <p:spPr bwMode="auto"/>
        <p:txBody>
          <a:bodyPr/>
          <a:lstStyle/>
          <a:p>
            <a:pPr>
              <a:defRPr/>
            </a:pPr>
            <a:r>
              <a:rPr lang="de-DE"/>
              <a:t>Agenda</a:t>
            </a:r>
            <a:endParaRPr/>
          </a:p>
        </p:txBody>
      </p:sp>
      <p:sp>
        <p:nvSpPr>
          <p:cNvPr id="50525729" name="Textplatzhalter 27"/>
          <p:cNvSpPr>
            <a:spLocks noGrp="1"/>
          </p:cNvSpPr>
          <p:nvPr>
            <p:ph type="body" sz="quarter" idx="37"/>
          </p:nvPr>
        </p:nvSpPr>
        <p:spPr bwMode="auto"/>
        <p:txBody>
          <a:bodyPr/>
          <a:lstStyle/>
          <a:p>
            <a:pPr>
              <a:defRPr/>
            </a:pPr>
            <a:r>
              <a:rPr lang="de-DE"/>
              <a:t>Subheadline möglich. Gegebenenfalls löschen.</a:t>
            </a:r>
            <a:endParaRPr/>
          </a:p>
        </p:txBody>
      </p:sp>
      <p:sp>
        <p:nvSpPr>
          <p:cNvPr id="548416823" name="Textplatzhalter 28"/>
          <p:cNvSpPr>
            <a:spLocks noGrp="1"/>
          </p:cNvSpPr>
          <p:nvPr>
            <p:ph type="body" sz="quarter" idx="13"/>
          </p:nvPr>
        </p:nvSpPr>
        <p:spPr bwMode="auto"/>
        <p:txBody>
          <a:bodyPr/>
          <a:lstStyle/>
          <a:p>
            <a:pPr>
              <a:defRPr/>
            </a:pPr>
            <a:r>
              <a:rPr lang="de-DE"/>
              <a:t>Agendapunkt / Kapitelthema</a:t>
            </a:r>
            <a:endParaRPr/>
          </a:p>
        </p:txBody>
      </p:sp>
      <p:sp>
        <p:nvSpPr>
          <p:cNvPr id="936459673" name="Textplatzhalter 29"/>
          <p:cNvSpPr>
            <a:spLocks noGrp="1"/>
          </p:cNvSpPr>
          <p:nvPr>
            <p:ph type="body" sz="quarter" idx="14"/>
          </p:nvPr>
        </p:nvSpPr>
        <p:spPr bwMode="auto"/>
        <p:txBody>
          <a:bodyPr/>
          <a:lstStyle/>
          <a:p>
            <a:pPr>
              <a:defRPr/>
            </a:pPr>
            <a:r>
              <a:rPr lang="de-DE"/>
              <a:t>01</a:t>
            </a:r>
            <a:endParaRPr/>
          </a:p>
        </p:txBody>
      </p:sp>
      <p:sp>
        <p:nvSpPr>
          <p:cNvPr id="1955100378" name="Bildplatzhalter 30"/>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2046488" name="Datumsplatzhalter 1"/>
          <p:cNvSpPr>
            <a:spLocks noGrp="1"/>
          </p:cNvSpPr>
          <p:nvPr>
            <p:ph type="dt" sz="half" idx="10"/>
          </p:nvPr>
        </p:nvSpPr>
        <p:spPr bwMode="auto"/>
        <p:txBody>
          <a:bodyPr/>
          <a:lstStyle/>
          <a:p>
            <a:pPr>
              <a:defRPr/>
            </a:pPr>
            <a:fld id="{E91F8D9E-FC5B-47BA-AA7D-A56B8FD24122}" type="datetime4">
              <a:rPr lang="de-DE"/>
              <a:t>3. August 2026</a:t>
            </a:fld>
            <a:endParaRPr lang="de-DE"/>
          </a:p>
        </p:txBody>
      </p:sp>
      <p:sp>
        <p:nvSpPr>
          <p:cNvPr id="2133148711" name="Fußzeilenplatzhalter 2"/>
          <p:cNvSpPr>
            <a:spLocks noGrp="1"/>
          </p:cNvSpPr>
          <p:nvPr>
            <p:ph type="ftr" sz="quarter" idx="11"/>
          </p:nvPr>
        </p:nvSpPr>
        <p:spPr bwMode="auto"/>
        <p:txBody>
          <a:bodyPr/>
          <a:lstStyle/>
          <a:p>
            <a:pPr>
              <a:defRPr/>
            </a:pPr>
            <a:r>
              <a:rPr lang="de-DE"/>
              <a:t>Technische Fakultät</a:t>
            </a:r>
            <a:endParaRPr lang="de-DE"/>
          </a:p>
        </p:txBody>
      </p:sp>
      <p:sp>
        <p:nvSpPr>
          <p:cNvPr id="1047186041" name="Foliennummernplatzhalter 3"/>
          <p:cNvSpPr>
            <a:spLocks noGrp="1"/>
          </p:cNvSpPr>
          <p:nvPr>
            <p:ph type="sldNum" sz="quarter" idx="12"/>
          </p:nvPr>
        </p:nvSpPr>
        <p:spPr bwMode="auto"/>
        <p:txBody>
          <a:bodyPr/>
          <a:lstStyle/>
          <a:p>
            <a:pPr>
              <a:defRPr/>
            </a:pPr>
            <a:fld id="{D949F9DF-37BD-4CD6-BF49-65BA579E1D7A}" type="slidenum">
              <a:rPr lang="de-DE"/>
              <a:t>3</a:t>
            </a:fld>
            <a:endParaRPr lang="de-DE"/>
          </a:p>
        </p:txBody>
      </p:sp>
      <p:pic>
        <p:nvPicPr>
          <p:cNvPr id="154048679" name="Bildplatzhalter 11"/>
          <p:cNvPicPr>
            <a:picLocks noChangeAspect="1" noGrp="1"/>
          </p:cNvPicPr>
          <p:nvPr>
            <p:ph type="pic" sz="quarter" idx="25"/>
          </p:nvPr>
        </p:nvPicPr>
        <p:blipFill rotWithShape="1">
          <a:blip r:embed="rId3"/>
          <a:srcRect l="0" t="1912" r="0" b="1912"/>
          <a:stretch/>
        </p:blipFill>
        <p:spPr bwMode="auto"/>
      </p:pic>
      <p:sp>
        <p:nvSpPr>
          <p:cNvPr id="54575253" name="Textplatzhalter 27"/>
          <p:cNvSpPr>
            <a:spLocks noGrp="1"/>
          </p:cNvSpPr>
          <p:nvPr>
            <p:ph type="body" sz="quarter" idx="26"/>
          </p:nvPr>
        </p:nvSpPr>
        <p:spPr bwMode="auto"/>
        <p:txBody>
          <a:bodyPr/>
          <a:lstStyle/>
          <a:p>
            <a:pPr>
              <a:defRPr/>
            </a:pPr>
            <a:r>
              <a:rPr lang="de-DE"/>
              <a:t>Bildunterschrift oder Beschreibung möglich.</a:t>
            </a:r>
            <a:br>
              <a:rPr lang="de-DE"/>
            </a:br>
            <a:r>
              <a:rPr lang="de-DE"/>
              <a:t>Gegebenenfalls löschen.</a:t>
            </a:r>
            <a:endParaRPr/>
          </a:p>
        </p:txBody>
      </p:sp>
      <p:sp>
        <p:nvSpPr>
          <p:cNvPr id="1676149854" name="Textplatzhalter 4"/>
          <p:cNvSpPr>
            <a:spLocks noGrp="1"/>
          </p:cNvSpPr>
          <p:nvPr>
            <p:ph type="body" sz="quarter" idx="15"/>
          </p:nvPr>
        </p:nvSpPr>
        <p:spPr bwMode="auto"/>
        <p:txBody>
          <a:bodyPr/>
          <a:lstStyle/>
          <a:p>
            <a:pPr>
              <a:defRPr/>
            </a:pPr>
            <a:r>
              <a:rPr lang="de-DE"/>
              <a:t>Agendapunkt / Kapitelthema</a:t>
            </a:r>
            <a:endParaRPr lang="de-DE"/>
          </a:p>
        </p:txBody>
      </p:sp>
      <p:sp>
        <p:nvSpPr>
          <p:cNvPr id="126570304" name="Textplatzhalter 5"/>
          <p:cNvSpPr>
            <a:spLocks noGrp="1"/>
          </p:cNvSpPr>
          <p:nvPr>
            <p:ph type="body" sz="quarter" idx="16"/>
          </p:nvPr>
        </p:nvSpPr>
        <p:spPr bwMode="auto"/>
        <p:txBody>
          <a:bodyPr/>
          <a:lstStyle/>
          <a:p>
            <a:pPr>
              <a:defRPr/>
            </a:pPr>
            <a:r>
              <a:rPr lang="de-DE"/>
              <a:t>02</a:t>
            </a:r>
            <a:endParaRPr/>
          </a:p>
        </p:txBody>
      </p:sp>
      <p:sp>
        <p:nvSpPr>
          <p:cNvPr id="1084636553" name="Textplatzhalter 6"/>
          <p:cNvSpPr>
            <a:spLocks noGrp="1"/>
          </p:cNvSpPr>
          <p:nvPr>
            <p:ph type="body" sz="quarter" idx="17"/>
          </p:nvPr>
        </p:nvSpPr>
        <p:spPr bwMode="auto"/>
        <p:txBody>
          <a:bodyPr/>
          <a:lstStyle/>
          <a:p>
            <a:pPr>
              <a:defRPr/>
            </a:pPr>
            <a:r>
              <a:rPr lang="de-DE"/>
              <a:t>Agendapunkt / Kapitelthema</a:t>
            </a:r>
            <a:endParaRPr lang="de-DE"/>
          </a:p>
        </p:txBody>
      </p:sp>
      <p:sp>
        <p:nvSpPr>
          <p:cNvPr id="1615624464" name="Textplatzhalter 7"/>
          <p:cNvSpPr>
            <a:spLocks noGrp="1"/>
          </p:cNvSpPr>
          <p:nvPr>
            <p:ph type="body" sz="quarter" idx="18"/>
          </p:nvPr>
        </p:nvSpPr>
        <p:spPr bwMode="auto"/>
        <p:txBody>
          <a:bodyPr/>
          <a:lstStyle/>
          <a:p>
            <a:pPr>
              <a:defRPr/>
            </a:pPr>
            <a:r>
              <a:rPr lang="de-DE"/>
              <a:t>05</a:t>
            </a:r>
            <a:endParaRPr/>
          </a:p>
        </p:txBody>
      </p:sp>
      <p:sp>
        <p:nvSpPr>
          <p:cNvPr id="1474381659" name="Textplatzhalter 8"/>
          <p:cNvSpPr>
            <a:spLocks noGrp="1"/>
          </p:cNvSpPr>
          <p:nvPr>
            <p:ph type="body" sz="quarter" idx="19"/>
          </p:nvPr>
        </p:nvSpPr>
        <p:spPr bwMode="auto"/>
        <p:txBody>
          <a:bodyPr/>
          <a:lstStyle/>
          <a:p>
            <a:pPr>
              <a:defRPr/>
            </a:pPr>
            <a:r>
              <a:rPr lang="de-DE"/>
              <a:t>Agendapunkt / Kapitelthema</a:t>
            </a:r>
            <a:endParaRPr/>
          </a:p>
        </p:txBody>
      </p:sp>
      <p:sp>
        <p:nvSpPr>
          <p:cNvPr id="408224903" name="Textplatzhalter 9"/>
          <p:cNvSpPr>
            <a:spLocks noGrp="1"/>
          </p:cNvSpPr>
          <p:nvPr>
            <p:ph type="body" sz="quarter" idx="20"/>
          </p:nvPr>
        </p:nvSpPr>
        <p:spPr bwMode="auto"/>
        <p:txBody>
          <a:bodyPr/>
          <a:lstStyle/>
          <a:p>
            <a:pPr>
              <a:defRPr/>
            </a:pPr>
            <a:r>
              <a:rPr lang="de-DE"/>
              <a:t>03</a:t>
            </a:r>
            <a:endParaRPr/>
          </a:p>
        </p:txBody>
      </p:sp>
      <p:sp>
        <p:nvSpPr>
          <p:cNvPr id="954766763" name="Textplatzhalter 10"/>
          <p:cNvSpPr>
            <a:spLocks noGrp="1"/>
          </p:cNvSpPr>
          <p:nvPr>
            <p:ph type="body" sz="quarter" idx="21"/>
          </p:nvPr>
        </p:nvSpPr>
        <p:spPr bwMode="auto"/>
        <p:txBody>
          <a:bodyPr/>
          <a:lstStyle/>
          <a:p>
            <a:pPr>
              <a:defRPr/>
            </a:pPr>
            <a:r>
              <a:rPr lang="de-DE"/>
              <a:t>Agendapunkt / Kapitelthema</a:t>
            </a:r>
            <a:endParaRPr lang="de-DE"/>
          </a:p>
        </p:txBody>
      </p:sp>
      <p:sp>
        <p:nvSpPr>
          <p:cNvPr id="811543301" name="Textplatzhalter 11"/>
          <p:cNvSpPr>
            <a:spLocks noGrp="1"/>
          </p:cNvSpPr>
          <p:nvPr>
            <p:ph type="body" sz="quarter" idx="22"/>
          </p:nvPr>
        </p:nvSpPr>
        <p:spPr bwMode="auto"/>
        <p:txBody>
          <a:bodyPr/>
          <a:lstStyle/>
          <a:p>
            <a:pPr>
              <a:defRPr/>
            </a:pPr>
            <a:r>
              <a:rPr lang="de-DE"/>
              <a:t>04</a:t>
            </a:r>
            <a:endParaRPr/>
          </a:p>
        </p:txBody>
      </p:sp>
      <p:sp>
        <p:nvSpPr>
          <p:cNvPr id="1190958949" name="Textplatzhalter 12"/>
          <p:cNvSpPr>
            <a:spLocks noGrp="1"/>
          </p:cNvSpPr>
          <p:nvPr>
            <p:ph type="body" sz="quarter" idx="23"/>
          </p:nvPr>
        </p:nvSpPr>
        <p:spPr bwMode="auto"/>
        <p:txBody>
          <a:bodyPr/>
          <a:lstStyle/>
          <a:p>
            <a:pPr>
              <a:defRPr/>
            </a:pPr>
            <a:r>
              <a:rPr lang="de-DE"/>
              <a:t>Agendapunkt / Kapitelthema</a:t>
            </a:r>
            <a:endParaRPr lang="de-DE"/>
          </a:p>
        </p:txBody>
      </p:sp>
      <p:sp>
        <p:nvSpPr>
          <p:cNvPr id="1561514422" name="Textplatzhalter 13"/>
          <p:cNvSpPr>
            <a:spLocks noGrp="1"/>
          </p:cNvSpPr>
          <p:nvPr>
            <p:ph type="body" sz="quarter" idx="24"/>
          </p:nvPr>
        </p:nvSpPr>
        <p:spPr bwMode="auto"/>
        <p:txBody>
          <a:bodyPr/>
          <a:lstStyle/>
          <a:p>
            <a:pPr>
              <a:defRPr/>
            </a:pPr>
            <a:r>
              <a:rPr lang="de-DE"/>
              <a:t>06</a:t>
            </a:r>
            <a:endParaRPr/>
          </a:p>
        </p:txBody>
      </p:sp>
      <p:sp>
        <p:nvSpPr>
          <p:cNvPr id="645561520" name="Textplatzhalter 28"/>
          <p:cNvSpPr>
            <a:spLocks noGrp="1"/>
          </p:cNvSpPr>
          <p:nvPr>
            <p:ph type="body" sz="quarter" idx="13"/>
          </p:nvPr>
        </p:nvSpPr>
        <p:spPr bwMode="auto"/>
        <p:txBody>
          <a:bodyPr/>
          <a:lstStyle/>
          <a:p>
            <a:pPr>
              <a:defRPr/>
            </a:pPr>
            <a:r>
              <a:rPr lang="de-DE"/>
              <a:t>Agendapunkt / Kapitelthema</a:t>
            </a:r>
            <a:endParaRPr/>
          </a:p>
        </p:txBody>
      </p:sp>
      <p:sp>
        <p:nvSpPr>
          <p:cNvPr id="1349676387" name="Textplatzhalter 29"/>
          <p:cNvSpPr>
            <a:spLocks noGrp="1"/>
          </p:cNvSpPr>
          <p:nvPr>
            <p:ph type="body" sz="quarter" idx="14"/>
          </p:nvPr>
        </p:nvSpPr>
        <p:spPr bwMode="auto"/>
        <p:txBody>
          <a:bodyPr/>
          <a:lstStyle/>
          <a:p>
            <a:pPr>
              <a:defRPr/>
            </a:pPr>
            <a:r>
              <a:rPr lang="de-DE"/>
              <a:t>01</a:t>
            </a:r>
            <a:endParaRPr/>
          </a:p>
        </p:txBody>
      </p:sp>
      <p:sp>
        <p:nvSpPr>
          <p:cNvPr id="1339416672" name="Titel 26"/>
          <p:cNvSpPr>
            <a:spLocks noGrp="1"/>
          </p:cNvSpPr>
          <p:nvPr>
            <p:ph type="title"/>
          </p:nvPr>
        </p:nvSpPr>
        <p:spPr bwMode="auto"/>
        <p:txBody>
          <a:bodyPr/>
          <a:lstStyle/>
          <a:p>
            <a:pPr>
              <a:defRPr/>
            </a:pPr>
            <a:r>
              <a:rPr lang="de-DE"/>
              <a:t>Agenda | mit Bild</a:t>
            </a:r>
            <a:endParaRPr/>
          </a:p>
        </p:txBody>
      </p:sp>
      <p:sp>
        <p:nvSpPr>
          <p:cNvPr id="1826471216" name="Textplatzhalter 55"/>
          <p:cNvSpPr>
            <a:spLocks noGrp="1"/>
          </p:cNvSpPr>
          <p:nvPr>
            <p:ph type="body" sz="quarter" idx="37"/>
          </p:nvPr>
        </p:nvSpPr>
        <p:spPr bwMode="auto"/>
        <p:txBody>
          <a:bodyPr/>
          <a:lstStyle/>
          <a:p>
            <a:pPr>
              <a:defRPr/>
            </a:pPr>
            <a:r>
              <a:rPr lang="de-DE"/>
              <a:t>Subheadline möglich. Gegebenenfalls löschen.</a:t>
            </a:r>
            <a:endParaRPr/>
          </a:p>
        </p:txBody>
      </p:sp>
      <p:sp>
        <p:nvSpPr>
          <p:cNvPr id="692002587" name="Bildplatzhalter 14"/>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8397198" name="Titel 20"/>
          <p:cNvSpPr>
            <a:spLocks noGrp="1"/>
          </p:cNvSpPr>
          <p:nvPr>
            <p:ph type="title"/>
          </p:nvPr>
        </p:nvSpPr>
        <p:spPr bwMode="auto"/>
        <p:txBody>
          <a:bodyPr/>
          <a:lstStyle/>
          <a:p>
            <a:pPr>
              <a:defRPr/>
            </a:pPr>
            <a:r>
              <a:rPr lang="de-DE"/>
              <a:t>Kapiteltrenner</a:t>
            </a:r>
            <a:br>
              <a:rPr lang="de-DE"/>
            </a:br>
            <a:r>
              <a:rPr lang="de-DE"/>
              <a:t>Mehrzeilig möglich</a:t>
            </a:r>
            <a:endParaRPr/>
          </a:p>
        </p:txBody>
      </p:sp>
      <p:sp>
        <p:nvSpPr>
          <p:cNvPr id="1820132665" name="Datumsplatzhalter 1"/>
          <p:cNvSpPr>
            <a:spLocks noGrp="1"/>
          </p:cNvSpPr>
          <p:nvPr>
            <p:ph type="dt" sz="half" idx="10"/>
          </p:nvPr>
        </p:nvSpPr>
        <p:spPr bwMode="auto"/>
        <p:txBody>
          <a:bodyPr/>
          <a:lstStyle/>
          <a:p>
            <a:pPr>
              <a:defRPr/>
            </a:pPr>
            <a:fld id="{38622E95-EE2D-4F19-BA8F-A725A705DEB9}" type="datetime4">
              <a:rPr lang="de-DE"/>
              <a:t>3. August 2026</a:t>
            </a:fld>
            <a:endParaRPr lang="de-DE"/>
          </a:p>
        </p:txBody>
      </p:sp>
      <p:sp>
        <p:nvSpPr>
          <p:cNvPr id="410936193" name="Fußzeilenplatzhalter 2"/>
          <p:cNvSpPr>
            <a:spLocks noGrp="1"/>
          </p:cNvSpPr>
          <p:nvPr>
            <p:ph type="ftr" sz="quarter" idx="11"/>
          </p:nvPr>
        </p:nvSpPr>
        <p:spPr bwMode="auto"/>
        <p:txBody>
          <a:bodyPr/>
          <a:lstStyle/>
          <a:p>
            <a:pPr>
              <a:defRPr/>
            </a:pPr>
            <a:r>
              <a:rPr lang="de-DE"/>
              <a:t>Technische Fakultät</a:t>
            </a:r>
            <a:endParaRPr lang="de-DE"/>
          </a:p>
        </p:txBody>
      </p:sp>
      <p:sp>
        <p:nvSpPr>
          <p:cNvPr id="758955379" name="Foliennummernplatzhalter 3"/>
          <p:cNvSpPr>
            <a:spLocks noGrp="1"/>
          </p:cNvSpPr>
          <p:nvPr>
            <p:ph type="sldNum" sz="quarter" idx="12"/>
          </p:nvPr>
        </p:nvSpPr>
        <p:spPr bwMode="auto"/>
        <p:txBody>
          <a:bodyPr/>
          <a:lstStyle/>
          <a:p>
            <a:pPr>
              <a:defRPr/>
            </a:pPr>
            <a:fld id="{D949F9DF-37BD-4CD6-BF49-65BA579E1D7A}" type="slidenum">
              <a:rPr lang="de-DE"/>
              <a:t>4</a:t>
            </a:fld>
            <a:endParaRPr lang="de-DE"/>
          </a:p>
        </p:txBody>
      </p:sp>
      <p:sp>
        <p:nvSpPr>
          <p:cNvPr id="1213189488" name="Bildplatzhalter 4"/>
          <p:cNvSpPr>
            <a:spLocks noGrp="1"/>
          </p:cNvSpPr>
          <p:nvPr>
            <p:ph type="pic" sz="quarter" idx="13"/>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4859999" name="Datumsplatzhalter 2"/>
          <p:cNvSpPr>
            <a:spLocks noGrp="1"/>
          </p:cNvSpPr>
          <p:nvPr>
            <p:ph type="dt" sz="half" idx="10"/>
          </p:nvPr>
        </p:nvSpPr>
        <p:spPr bwMode="auto"/>
        <p:txBody>
          <a:bodyPr/>
          <a:lstStyle/>
          <a:p>
            <a:pPr>
              <a:defRPr/>
            </a:pPr>
            <a:fld id="{499CC872-C2E8-4C73-9CC7-648F3E3EC96E}" type="datetime4">
              <a:rPr lang="de-DE"/>
              <a:t>3. August 2026</a:t>
            </a:fld>
            <a:endParaRPr lang="de-DE"/>
          </a:p>
        </p:txBody>
      </p:sp>
      <p:sp>
        <p:nvSpPr>
          <p:cNvPr id="953767657" name="Fußzeilenplatzhalter 3"/>
          <p:cNvSpPr>
            <a:spLocks noGrp="1"/>
          </p:cNvSpPr>
          <p:nvPr>
            <p:ph type="ftr" sz="quarter" idx="11"/>
          </p:nvPr>
        </p:nvSpPr>
        <p:spPr bwMode="auto"/>
        <p:txBody>
          <a:bodyPr/>
          <a:lstStyle/>
          <a:p>
            <a:pPr>
              <a:defRPr/>
            </a:pPr>
            <a:r>
              <a:rPr lang="de-DE"/>
              <a:t>Technische Fakultät</a:t>
            </a:r>
            <a:endParaRPr lang="de-DE"/>
          </a:p>
        </p:txBody>
      </p:sp>
      <p:sp>
        <p:nvSpPr>
          <p:cNvPr id="2019290706" name="Foliennummernplatzhalter 4"/>
          <p:cNvSpPr>
            <a:spLocks noGrp="1"/>
          </p:cNvSpPr>
          <p:nvPr>
            <p:ph type="sldNum" sz="quarter" idx="12"/>
          </p:nvPr>
        </p:nvSpPr>
        <p:spPr bwMode="auto"/>
        <p:txBody>
          <a:bodyPr/>
          <a:lstStyle/>
          <a:p>
            <a:pPr>
              <a:defRPr/>
            </a:pPr>
            <a:fld id="{D949F9DF-37BD-4CD6-BF49-65BA579E1D7A}" type="slidenum">
              <a:rPr lang="de-DE"/>
              <a:t>5</a:t>
            </a:fld>
            <a:endParaRPr lang="de-DE"/>
          </a:p>
        </p:txBody>
      </p:sp>
      <p:sp>
        <p:nvSpPr>
          <p:cNvPr id="9019843" name="Textplatzhalter 6"/>
          <p:cNvSpPr>
            <a:spLocks noGrp="1"/>
          </p:cNvSpPr>
          <p:nvPr>
            <p:ph type="body" sz="quarter" idx="13"/>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a:r>
            <a:endParaRPr/>
          </a:p>
          <a:p>
            <a:pPr lvl="1">
              <a:defRPr/>
            </a:pPr>
            <a:r>
              <a:rPr lang="de-DE"/>
              <a:t>Duis autem vel eum iriure dolor in hendrerit in vulputate velit esse molestie consequat,</a:t>
            </a:r>
            <a:br>
              <a:rPr lang="de-DE"/>
            </a:br>
            <a:r>
              <a:rPr lang="de-DE"/>
              <a:t>vel illum dolore eu feugiat nulla facilisis at vero eros et accumsan et iusto odio dignissim</a:t>
            </a:r>
            <a:br>
              <a:rPr lang="de-DE"/>
            </a:br>
            <a:r>
              <a:rPr lang="de-DE"/>
              <a:t>qui blandit praesent luptatum zzril delenit augue duis dolore te feugait nulla facilisi.</a:t>
            </a:r>
            <a:endParaRPr/>
          </a:p>
        </p:txBody>
      </p:sp>
      <p:sp>
        <p:nvSpPr>
          <p:cNvPr id="403059769" name="Titel 5"/>
          <p:cNvSpPr>
            <a:spLocks noGrp="1"/>
          </p:cNvSpPr>
          <p:nvPr>
            <p:ph type="title"/>
          </p:nvPr>
        </p:nvSpPr>
        <p:spPr bwMode="auto"/>
        <p:txBody>
          <a:bodyPr/>
          <a:lstStyle/>
          <a:p>
            <a:pPr>
              <a:defRPr/>
            </a:pPr>
            <a:r>
              <a:rPr lang="de-DE"/>
              <a:t>Textfolie</a:t>
            </a:r>
            <a:endParaRPr/>
          </a:p>
        </p:txBody>
      </p:sp>
      <p:sp>
        <p:nvSpPr>
          <p:cNvPr id="128407810" name="Textplatzhalter 7"/>
          <p:cNvSpPr>
            <a:spLocks noGrp="1"/>
          </p:cNvSpPr>
          <p:nvPr>
            <p:ph type="body" sz="quarter" idx="37"/>
          </p:nvPr>
        </p:nvSpPr>
        <p:spPr bwMode="auto"/>
        <p:txBody>
          <a:bodyPr/>
          <a:lstStyle/>
          <a:p>
            <a:pPr>
              <a:defRPr/>
            </a:pPr>
            <a:r>
              <a:rPr lang="de-DE"/>
              <a:t>Subheadline möglich. Gegebenenfalls löschen.</a:t>
            </a:r>
            <a:endParaRPr lang="de-DE"/>
          </a:p>
        </p:txBody>
      </p:sp>
      <p:sp>
        <p:nvSpPr>
          <p:cNvPr id="1914251903" name="Bildplatzhalter 1"/>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9323329" name="Datumsplatzhalter 2"/>
          <p:cNvSpPr>
            <a:spLocks noGrp="1"/>
          </p:cNvSpPr>
          <p:nvPr>
            <p:ph type="dt" sz="half" idx="10"/>
          </p:nvPr>
        </p:nvSpPr>
        <p:spPr bwMode="auto"/>
        <p:txBody>
          <a:bodyPr/>
          <a:lstStyle/>
          <a:p>
            <a:pPr>
              <a:defRPr/>
            </a:pPr>
            <a:fld id="{9D9F4B3C-D224-46EC-8AE4-23B32CBDD20A}" type="datetime4">
              <a:rPr lang="de-DE"/>
              <a:t>3. August 2026</a:t>
            </a:fld>
            <a:endParaRPr lang="de-DE"/>
          </a:p>
        </p:txBody>
      </p:sp>
      <p:sp>
        <p:nvSpPr>
          <p:cNvPr id="1395321588" name="Fußzeilenplatzhalter 3"/>
          <p:cNvSpPr>
            <a:spLocks noGrp="1"/>
          </p:cNvSpPr>
          <p:nvPr>
            <p:ph type="ftr" sz="quarter" idx="11"/>
          </p:nvPr>
        </p:nvSpPr>
        <p:spPr bwMode="auto"/>
        <p:txBody>
          <a:bodyPr/>
          <a:lstStyle/>
          <a:p>
            <a:pPr>
              <a:defRPr/>
            </a:pPr>
            <a:r>
              <a:rPr lang="de-DE"/>
              <a:t>Technische Fakultät</a:t>
            </a:r>
            <a:endParaRPr lang="de-DE"/>
          </a:p>
        </p:txBody>
      </p:sp>
      <p:sp>
        <p:nvSpPr>
          <p:cNvPr id="761164792" name="Foliennummernplatzhalter 4"/>
          <p:cNvSpPr>
            <a:spLocks noGrp="1"/>
          </p:cNvSpPr>
          <p:nvPr>
            <p:ph type="sldNum" sz="quarter" idx="12"/>
          </p:nvPr>
        </p:nvSpPr>
        <p:spPr bwMode="auto"/>
        <p:txBody>
          <a:bodyPr/>
          <a:lstStyle/>
          <a:p>
            <a:pPr>
              <a:defRPr/>
            </a:pPr>
            <a:fld id="{D949F9DF-37BD-4CD6-BF49-65BA579E1D7A}" type="slidenum">
              <a:rPr lang="de-DE"/>
              <a:t>6</a:t>
            </a:fld>
            <a:endParaRPr lang="de-DE"/>
          </a:p>
        </p:txBody>
      </p:sp>
      <p:sp>
        <p:nvSpPr>
          <p:cNvPr id="1495834730" name="Textplatzhalter 8"/>
          <p:cNvSpPr>
            <a:spLocks noGrp="1"/>
          </p:cNvSpPr>
          <p:nvPr>
            <p:ph type="body" sz="quarter" idx="13"/>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 At vero eos et accusam et justo duo dolores et ea rebum. Stet clita kasd gubergren, no sea takimata sanctus est Lorem ipsum dolor sit amet.</a:t>
            </a:r>
            <a:endParaRPr/>
          </a:p>
          <a:p>
            <a:pPr lvl="1">
              <a:defRPr/>
            </a:pPr>
            <a:r>
              <a:rPr lang="de-DE"/>
              <a:t>Lorem ipsum dolor sit amet, consetetur sadipscing elitr, sed diam nonumy eirmod tempor invidunt ut labore et dolore magna aliquyam erat, sed diam. </a:t>
            </a:r>
            <a:endParaRPr/>
          </a:p>
          <a:p>
            <a:pPr>
              <a:defRPr/>
            </a:pPr>
            <a:endParaRPr lang="de-DE"/>
          </a:p>
        </p:txBody>
      </p:sp>
      <p:sp>
        <p:nvSpPr>
          <p:cNvPr id="1785147691" name="Textplatzhalter 9"/>
          <p:cNvSpPr>
            <a:spLocks noGrp="1"/>
          </p:cNvSpPr>
          <p:nvPr>
            <p:ph type="body" sz="quarter" idx="14"/>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 At vero eos et accusam et justo duo dolores et ea rebum. Stet clita kasd gubergren, no sea takimata sanctus est Lorem ipsum dolor sit amet.</a:t>
            </a:r>
            <a:endParaRPr/>
          </a:p>
          <a:p>
            <a:pPr lvl="1">
              <a:defRPr/>
            </a:pPr>
            <a:r>
              <a:rPr lang="de-DE"/>
              <a:t>Lorem ipsum dolor sit amet, consetetur sadipscing elitr, sed diam nonumy eirmod tempor invidunt ut labore et dolore magna aliquyam erat, sed diam. </a:t>
            </a:r>
            <a:endParaRPr/>
          </a:p>
        </p:txBody>
      </p:sp>
      <p:sp>
        <p:nvSpPr>
          <p:cNvPr id="195066994" name="Titel 1"/>
          <p:cNvSpPr>
            <a:spLocks noGrp="1"/>
          </p:cNvSpPr>
          <p:nvPr>
            <p:ph type="title"/>
          </p:nvPr>
        </p:nvSpPr>
        <p:spPr bwMode="auto"/>
        <p:txBody>
          <a:bodyPr/>
          <a:lstStyle/>
          <a:p>
            <a:pPr>
              <a:defRPr/>
            </a:pPr>
            <a:r>
              <a:rPr lang="de-DE"/>
              <a:t>Textfolie | zweispaltig</a:t>
            </a:r>
            <a:endParaRPr/>
          </a:p>
        </p:txBody>
      </p:sp>
      <p:sp>
        <p:nvSpPr>
          <p:cNvPr id="1067833527" name="Textplatzhalter 10"/>
          <p:cNvSpPr>
            <a:spLocks noGrp="1"/>
          </p:cNvSpPr>
          <p:nvPr>
            <p:ph type="body" sz="quarter" idx="37"/>
          </p:nvPr>
        </p:nvSpPr>
        <p:spPr bwMode="auto"/>
        <p:txBody>
          <a:bodyPr/>
          <a:lstStyle/>
          <a:p>
            <a:pPr>
              <a:defRPr/>
            </a:pPr>
            <a:r>
              <a:rPr lang="de-DE"/>
              <a:t>Subheadline möglich. Gegebenenfalls löschen.</a:t>
            </a:r>
            <a:endParaRPr/>
          </a:p>
        </p:txBody>
      </p:sp>
      <p:sp>
        <p:nvSpPr>
          <p:cNvPr id="443311411" name="Bildplatzhalter 5"/>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6542097" name="Datumsplatzhalter 2"/>
          <p:cNvSpPr>
            <a:spLocks noGrp="1"/>
          </p:cNvSpPr>
          <p:nvPr>
            <p:ph type="dt" sz="half" idx="10"/>
          </p:nvPr>
        </p:nvSpPr>
        <p:spPr bwMode="auto"/>
        <p:txBody>
          <a:bodyPr/>
          <a:lstStyle/>
          <a:p>
            <a:pPr>
              <a:defRPr/>
            </a:pPr>
            <a:fld id="{50FCDBF0-F14B-48F0-AC07-A8F923C4BC49}" type="datetime4">
              <a:rPr lang="de-DE"/>
              <a:t>3. August 2026</a:t>
            </a:fld>
            <a:endParaRPr lang="de-DE"/>
          </a:p>
        </p:txBody>
      </p:sp>
      <p:sp>
        <p:nvSpPr>
          <p:cNvPr id="117805540" name="Fußzeilenplatzhalter 3"/>
          <p:cNvSpPr>
            <a:spLocks noGrp="1"/>
          </p:cNvSpPr>
          <p:nvPr>
            <p:ph type="ftr" sz="quarter" idx="11"/>
          </p:nvPr>
        </p:nvSpPr>
        <p:spPr bwMode="auto"/>
        <p:txBody>
          <a:bodyPr/>
          <a:lstStyle/>
          <a:p>
            <a:pPr>
              <a:defRPr/>
            </a:pPr>
            <a:r>
              <a:rPr lang="de-DE"/>
              <a:t>Technische Fakultät</a:t>
            </a:r>
            <a:endParaRPr lang="de-DE"/>
          </a:p>
        </p:txBody>
      </p:sp>
      <p:sp>
        <p:nvSpPr>
          <p:cNvPr id="822634788" name="Foliennummernplatzhalter 4"/>
          <p:cNvSpPr>
            <a:spLocks noGrp="1"/>
          </p:cNvSpPr>
          <p:nvPr>
            <p:ph type="sldNum" sz="quarter" idx="12"/>
          </p:nvPr>
        </p:nvSpPr>
        <p:spPr bwMode="auto"/>
        <p:txBody>
          <a:bodyPr/>
          <a:lstStyle/>
          <a:p>
            <a:pPr>
              <a:defRPr/>
            </a:pPr>
            <a:fld id="{D949F9DF-37BD-4CD6-BF49-65BA579E1D7A}" type="slidenum">
              <a:rPr lang="de-DE"/>
              <a:t>7</a:t>
            </a:fld>
            <a:endParaRPr lang="de-DE"/>
          </a:p>
        </p:txBody>
      </p:sp>
      <p:sp>
        <p:nvSpPr>
          <p:cNvPr id="2050866831" name="Titel 5"/>
          <p:cNvSpPr>
            <a:spLocks noGrp="1"/>
          </p:cNvSpPr>
          <p:nvPr>
            <p:ph type="title"/>
          </p:nvPr>
        </p:nvSpPr>
        <p:spPr bwMode="auto"/>
        <p:txBody>
          <a:bodyPr/>
          <a:lstStyle/>
          <a:p>
            <a:pPr>
              <a:defRPr/>
            </a:pPr>
            <a:r>
              <a:rPr lang="de-DE"/>
              <a:t>Textfolie | dreispaltig</a:t>
            </a:r>
            <a:endParaRPr/>
          </a:p>
        </p:txBody>
      </p:sp>
      <p:sp>
        <p:nvSpPr>
          <p:cNvPr id="1861349035" name="Textplatzhalter 7"/>
          <p:cNvSpPr>
            <a:spLocks noGrp="1"/>
          </p:cNvSpPr>
          <p:nvPr>
            <p:ph type="body" sz="quarter" idx="16"/>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a:t>
            </a:r>
            <a:endParaRPr/>
          </a:p>
          <a:p>
            <a:pPr lvl="1">
              <a:defRPr/>
            </a:pPr>
            <a:r>
              <a:rPr lang="de-DE"/>
              <a:t>At vero eos et accusam et justo duo dolores et ea rebum. Stet clita kasd gubergren, no sea takimata sanctus.</a:t>
            </a:r>
            <a:endParaRPr/>
          </a:p>
        </p:txBody>
      </p:sp>
      <p:sp>
        <p:nvSpPr>
          <p:cNvPr id="517174464" name="Textplatzhalter 11"/>
          <p:cNvSpPr>
            <a:spLocks noGrp="1"/>
          </p:cNvSpPr>
          <p:nvPr>
            <p:ph type="body" sz="quarter" idx="17"/>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a:t>
            </a:r>
            <a:endParaRPr/>
          </a:p>
          <a:p>
            <a:pPr lvl="1">
              <a:defRPr/>
            </a:pPr>
            <a:r>
              <a:rPr lang="de-DE"/>
              <a:t>At vero eos et accusam et justo duo dolores et ea rebum. Stet clita kasd gubergren, no sea takimata sanctus.</a:t>
            </a:r>
            <a:endParaRPr/>
          </a:p>
        </p:txBody>
      </p:sp>
      <p:sp>
        <p:nvSpPr>
          <p:cNvPr id="1931937029" name="Textplatzhalter 12"/>
          <p:cNvSpPr>
            <a:spLocks noGrp="1"/>
          </p:cNvSpPr>
          <p:nvPr>
            <p:ph type="body" sz="quarter" idx="18"/>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a:t>
            </a:r>
            <a:endParaRPr/>
          </a:p>
          <a:p>
            <a:pPr lvl="1">
              <a:defRPr/>
            </a:pPr>
            <a:r>
              <a:rPr lang="de-DE"/>
              <a:t>At vero eos et accusam et justo duo dolores et ea rebum. Stet clita kasd gubergren, no sea takimata sanctus.</a:t>
            </a:r>
            <a:endParaRPr/>
          </a:p>
        </p:txBody>
      </p:sp>
      <p:sp>
        <p:nvSpPr>
          <p:cNvPr id="214636141" name="Textplatzhalter 6"/>
          <p:cNvSpPr>
            <a:spLocks noGrp="1"/>
          </p:cNvSpPr>
          <p:nvPr>
            <p:ph type="body" sz="quarter" idx="37"/>
          </p:nvPr>
        </p:nvSpPr>
        <p:spPr bwMode="auto"/>
        <p:txBody>
          <a:bodyPr/>
          <a:lstStyle/>
          <a:p>
            <a:pPr>
              <a:defRPr/>
            </a:pPr>
            <a:r>
              <a:rPr lang="de-DE"/>
              <a:t>Subheadline möglich. Gegebenenfalls löschen.</a:t>
            </a:r>
            <a:endParaRPr/>
          </a:p>
        </p:txBody>
      </p:sp>
      <p:sp>
        <p:nvSpPr>
          <p:cNvPr id="1902669688" name="Bildplatzhalter 1"/>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004556" name="Datumsplatzhalter 1"/>
          <p:cNvSpPr>
            <a:spLocks noGrp="1"/>
          </p:cNvSpPr>
          <p:nvPr>
            <p:ph type="dt" sz="half" idx="10"/>
          </p:nvPr>
        </p:nvSpPr>
        <p:spPr bwMode="auto"/>
        <p:txBody>
          <a:bodyPr/>
          <a:lstStyle/>
          <a:p>
            <a:pPr>
              <a:defRPr/>
            </a:pPr>
            <a:fld id="{7B7E7033-F2A6-4AC1-B039-BEB8CBA444FC}" type="datetime4">
              <a:rPr lang="de-DE"/>
              <a:t>3. August 2026</a:t>
            </a:fld>
            <a:endParaRPr lang="de-DE"/>
          </a:p>
        </p:txBody>
      </p:sp>
      <p:sp>
        <p:nvSpPr>
          <p:cNvPr id="1878515835" name="Fußzeilenplatzhalter 2"/>
          <p:cNvSpPr>
            <a:spLocks noGrp="1"/>
          </p:cNvSpPr>
          <p:nvPr>
            <p:ph type="ftr" sz="quarter" idx="11"/>
          </p:nvPr>
        </p:nvSpPr>
        <p:spPr bwMode="auto"/>
        <p:txBody>
          <a:bodyPr/>
          <a:lstStyle/>
          <a:p>
            <a:pPr>
              <a:defRPr/>
            </a:pPr>
            <a:r>
              <a:rPr lang="de-DE"/>
              <a:t>Technische Fakultät</a:t>
            </a:r>
            <a:endParaRPr lang="de-DE"/>
          </a:p>
        </p:txBody>
      </p:sp>
      <p:sp>
        <p:nvSpPr>
          <p:cNvPr id="1185936767" name="Foliennummernplatzhalter 3"/>
          <p:cNvSpPr>
            <a:spLocks noGrp="1"/>
          </p:cNvSpPr>
          <p:nvPr>
            <p:ph type="sldNum" sz="quarter" idx="12"/>
          </p:nvPr>
        </p:nvSpPr>
        <p:spPr bwMode="auto"/>
        <p:txBody>
          <a:bodyPr/>
          <a:lstStyle/>
          <a:p>
            <a:pPr>
              <a:defRPr/>
            </a:pPr>
            <a:fld id="{D949F9DF-37BD-4CD6-BF49-65BA579E1D7A}" type="slidenum">
              <a:rPr lang="de-DE"/>
              <a:t>8</a:t>
            </a:fld>
            <a:endParaRPr lang="de-DE"/>
          </a:p>
        </p:txBody>
      </p:sp>
      <p:sp>
        <p:nvSpPr>
          <p:cNvPr id="342098295" name="Textplatzhalter 10"/>
          <p:cNvSpPr>
            <a:spLocks noGrp="1"/>
          </p:cNvSpPr>
          <p:nvPr>
            <p:ph type="body" sz="quarter" idx="13"/>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 At vero eos et accusam et justo duo dolores et ea rebum. Stet clita kasd gubergren, no sea takimata sanctus est Lorem ipsum dolor sit amet.</a:t>
            </a:r>
            <a:endParaRPr/>
          </a:p>
          <a:p>
            <a:pPr lvl="1">
              <a:defRPr/>
            </a:pPr>
            <a:r>
              <a:rPr lang="de-DE"/>
              <a:t>Lorem ipsum dolor sit amet, consetetur sadipscing elitr, sed diam nonumy eirmod tempor invidunt ut labore et dolore magna aliquyam erat, sed diam. </a:t>
            </a:r>
            <a:endParaRPr/>
          </a:p>
        </p:txBody>
      </p:sp>
      <p:sp>
        <p:nvSpPr>
          <p:cNvPr id="2056978043" name="Titel 9"/>
          <p:cNvSpPr>
            <a:spLocks noGrp="1"/>
          </p:cNvSpPr>
          <p:nvPr>
            <p:ph type="title"/>
          </p:nvPr>
        </p:nvSpPr>
        <p:spPr bwMode="auto"/>
        <p:txBody>
          <a:bodyPr/>
          <a:lstStyle/>
          <a:p>
            <a:pPr>
              <a:defRPr/>
            </a:pPr>
            <a:r>
              <a:rPr lang="de-DE"/>
              <a:t>Text- Bildfolie</a:t>
            </a:r>
            <a:endParaRPr/>
          </a:p>
        </p:txBody>
      </p:sp>
      <p:pic>
        <p:nvPicPr>
          <p:cNvPr id="985574335" name="Bildplatzhalter 11"/>
          <p:cNvPicPr>
            <a:picLocks noChangeAspect="1" noGrp="1"/>
          </p:cNvPicPr>
          <p:nvPr>
            <p:ph type="pic" sz="quarter" idx="25"/>
          </p:nvPr>
        </p:nvPicPr>
        <p:blipFill rotWithShape="1">
          <a:blip r:embed="rId3"/>
          <a:srcRect l="5055" t="0" r="5055" b="0"/>
          <a:stretch/>
        </p:blipFill>
        <p:spPr bwMode="auto"/>
      </p:pic>
      <p:sp>
        <p:nvSpPr>
          <p:cNvPr id="1482920972" name="Textplatzhalter 11"/>
          <p:cNvSpPr>
            <a:spLocks noGrp="1"/>
          </p:cNvSpPr>
          <p:nvPr>
            <p:ph type="body" sz="quarter" idx="37"/>
          </p:nvPr>
        </p:nvSpPr>
        <p:spPr bwMode="auto"/>
        <p:txBody>
          <a:bodyPr/>
          <a:lstStyle/>
          <a:p>
            <a:pPr>
              <a:defRPr/>
            </a:pPr>
            <a:r>
              <a:rPr lang="de-DE"/>
              <a:t>Subheadline möglich. Gegebenenfalls löschen.</a:t>
            </a:r>
            <a:endParaRPr lang="de-DE"/>
          </a:p>
        </p:txBody>
      </p:sp>
      <p:sp>
        <p:nvSpPr>
          <p:cNvPr id="1839982070" name="Bildplatzhalter 4"/>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74565964" name="Bildplatzhalter 11"/>
          <p:cNvPicPr>
            <a:picLocks noChangeAspect="1" noGrp="1"/>
          </p:cNvPicPr>
          <p:nvPr>
            <p:ph type="pic" sz="quarter" idx="25"/>
          </p:nvPr>
        </p:nvPicPr>
        <p:blipFill rotWithShape="1">
          <a:blip r:embed="rId3"/>
          <a:srcRect l="5055" t="0" r="5055" b="0"/>
          <a:stretch/>
        </p:blipFill>
        <p:spPr bwMode="auto"/>
      </p:pic>
      <p:sp>
        <p:nvSpPr>
          <p:cNvPr id="858211829" name="Datumsplatzhalter 1"/>
          <p:cNvSpPr>
            <a:spLocks noGrp="1"/>
          </p:cNvSpPr>
          <p:nvPr>
            <p:ph type="dt" sz="half" idx="10"/>
          </p:nvPr>
        </p:nvSpPr>
        <p:spPr bwMode="auto"/>
        <p:txBody>
          <a:bodyPr/>
          <a:lstStyle/>
          <a:p>
            <a:pPr>
              <a:defRPr/>
            </a:pPr>
            <a:fld id="{80C8384E-CA1B-492A-A12E-87612B1FCD6C}" type="datetime4">
              <a:rPr lang="de-DE"/>
              <a:t>3. August 2026</a:t>
            </a:fld>
            <a:endParaRPr lang="de-DE"/>
          </a:p>
        </p:txBody>
      </p:sp>
      <p:sp>
        <p:nvSpPr>
          <p:cNvPr id="1268823160" name="Fußzeilenplatzhalter 2"/>
          <p:cNvSpPr>
            <a:spLocks noGrp="1"/>
          </p:cNvSpPr>
          <p:nvPr>
            <p:ph type="ftr" sz="quarter" idx="11"/>
          </p:nvPr>
        </p:nvSpPr>
        <p:spPr bwMode="auto"/>
        <p:txBody>
          <a:bodyPr/>
          <a:lstStyle/>
          <a:p>
            <a:pPr>
              <a:defRPr/>
            </a:pPr>
            <a:r>
              <a:rPr lang="de-DE"/>
              <a:t>Technische Fakultät</a:t>
            </a:r>
            <a:endParaRPr lang="de-DE"/>
          </a:p>
        </p:txBody>
      </p:sp>
      <p:sp>
        <p:nvSpPr>
          <p:cNvPr id="853703413" name="Foliennummernplatzhalter 3"/>
          <p:cNvSpPr>
            <a:spLocks noGrp="1"/>
          </p:cNvSpPr>
          <p:nvPr>
            <p:ph type="sldNum" sz="quarter" idx="12"/>
          </p:nvPr>
        </p:nvSpPr>
        <p:spPr bwMode="auto"/>
        <p:txBody>
          <a:bodyPr/>
          <a:lstStyle/>
          <a:p>
            <a:pPr>
              <a:defRPr/>
            </a:pPr>
            <a:fld id="{D949F9DF-37BD-4CD6-BF49-65BA579E1D7A}" type="slidenum">
              <a:rPr lang="de-DE"/>
              <a:t>9</a:t>
            </a:fld>
            <a:endParaRPr lang="de-DE"/>
          </a:p>
        </p:txBody>
      </p:sp>
      <p:sp>
        <p:nvSpPr>
          <p:cNvPr id="1840077179" name="Textplatzhalter 10"/>
          <p:cNvSpPr>
            <a:spLocks noGrp="1"/>
          </p:cNvSpPr>
          <p:nvPr>
            <p:ph type="body" sz="quarter" idx="13"/>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 At vero eos et accusam et justo duo dolores et ea rebum. Stet clita kasd gubergren, no sea takimata sanctus est Lorem ipsum dolor sit amet.</a:t>
            </a:r>
            <a:endParaRPr/>
          </a:p>
          <a:p>
            <a:pPr lvl="1">
              <a:defRPr/>
            </a:pPr>
            <a:r>
              <a:rPr lang="de-DE"/>
              <a:t>Lorem ipsum dolor sit amet, consetetur sadipscing elitr, sed diam nonumy eirmod tempor invidunt ut labore et dolore magna aliquyam erat, sed diam. </a:t>
            </a:r>
            <a:endParaRPr/>
          </a:p>
        </p:txBody>
      </p:sp>
      <p:sp>
        <p:nvSpPr>
          <p:cNvPr id="620505102" name="Titel 9"/>
          <p:cNvSpPr>
            <a:spLocks noGrp="1"/>
          </p:cNvSpPr>
          <p:nvPr>
            <p:ph type="title"/>
          </p:nvPr>
        </p:nvSpPr>
        <p:spPr bwMode="auto"/>
        <p:txBody>
          <a:bodyPr/>
          <a:lstStyle/>
          <a:p>
            <a:pPr>
              <a:defRPr/>
            </a:pPr>
            <a:r>
              <a:rPr lang="de-DE"/>
              <a:t>Bild- Textfolie</a:t>
            </a:r>
            <a:endParaRPr/>
          </a:p>
        </p:txBody>
      </p:sp>
      <p:sp>
        <p:nvSpPr>
          <p:cNvPr id="552439809" name="Textplatzhalter 11"/>
          <p:cNvSpPr>
            <a:spLocks noGrp="1"/>
          </p:cNvSpPr>
          <p:nvPr>
            <p:ph type="body" sz="quarter" idx="37"/>
          </p:nvPr>
        </p:nvSpPr>
        <p:spPr bwMode="auto"/>
        <p:txBody>
          <a:bodyPr/>
          <a:lstStyle/>
          <a:p>
            <a:pPr>
              <a:defRPr/>
            </a:pPr>
            <a:r>
              <a:rPr lang="de-DE"/>
              <a:t>Subheadline möglich. Gegebenenfalls löschen.</a:t>
            </a:r>
            <a:endParaRPr lang="de-DE"/>
          </a:p>
        </p:txBody>
      </p:sp>
      <p:sp>
        <p:nvSpPr>
          <p:cNvPr id="472650604" name="Bildplatzhalter 4"/>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4148927" name="Bildplatzhalter 11"/>
          <p:cNvPicPr>
            <a:picLocks noChangeAspect="1" noGrp="1"/>
          </p:cNvPicPr>
          <p:nvPr>
            <p:ph type="pic" sz="quarter" idx="13"/>
          </p:nvPr>
        </p:nvPicPr>
        <p:blipFill rotWithShape="1">
          <a:blip r:embed="rId3"/>
          <a:srcRect l="0" t="12550" r="0" b="12549"/>
          <a:stretch/>
        </p:blipFill>
        <p:spPr bwMode="auto"/>
      </p:pic>
      <p:sp>
        <p:nvSpPr>
          <p:cNvPr id="1139185973" name="Textplatzhalter 10"/>
          <p:cNvSpPr>
            <a:spLocks noGrp="1"/>
          </p:cNvSpPr>
          <p:nvPr>
            <p:ph type="body" sz="quarter" idx="14"/>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a:t>
            </a:r>
            <a:endParaRPr/>
          </a:p>
          <a:p>
            <a:pPr lvl="1">
              <a:defRPr/>
            </a:pPr>
            <a:r>
              <a:rPr lang="de-DE"/>
              <a:t>sed diam voluptua.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9439492" name="Datumsplatzhalter 7"/>
          <p:cNvSpPr>
            <a:spLocks noGrp="1"/>
          </p:cNvSpPr>
          <p:nvPr>
            <p:ph type="dt" sz="half" idx="10"/>
          </p:nvPr>
        </p:nvSpPr>
        <p:spPr bwMode="auto"/>
        <p:txBody>
          <a:bodyPr/>
          <a:lstStyle/>
          <a:p>
            <a:pPr>
              <a:defRPr/>
            </a:pPr>
            <a:fld id="{C8D89E98-54A4-43F9-9249-7D6B5CD88EDB}" type="datetime4">
              <a:rPr lang="de-DE"/>
              <a:t>3. August 2026</a:t>
            </a:fld>
            <a:endParaRPr lang="de-DE"/>
          </a:p>
        </p:txBody>
      </p:sp>
      <p:sp>
        <p:nvSpPr>
          <p:cNvPr id="1931192085" name="Fußzeilenplatzhalter 8"/>
          <p:cNvSpPr>
            <a:spLocks noGrp="1"/>
          </p:cNvSpPr>
          <p:nvPr>
            <p:ph type="ftr" sz="quarter" idx="11"/>
          </p:nvPr>
        </p:nvSpPr>
        <p:spPr bwMode="auto"/>
        <p:txBody>
          <a:bodyPr/>
          <a:lstStyle/>
          <a:p>
            <a:pPr>
              <a:defRPr/>
            </a:pPr>
            <a:r>
              <a:rPr lang="de-DE"/>
              <a:t>Technische Fakultät</a:t>
            </a:r>
            <a:endParaRPr lang="de-DE"/>
          </a:p>
        </p:txBody>
      </p:sp>
      <p:sp>
        <p:nvSpPr>
          <p:cNvPr id="877749143" name="Foliennummernplatzhalter 9"/>
          <p:cNvSpPr>
            <a:spLocks noGrp="1"/>
          </p:cNvSpPr>
          <p:nvPr>
            <p:ph type="sldNum" sz="quarter" idx="12"/>
          </p:nvPr>
        </p:nvSpPr>
        <p:spPr bwMode="auto"/>
        <p:txBody>
          <a:bodyPr/>
          <a:lstStyle/>
          <a:p>
            <a:pPr>
              <a:defRPr/>
            </a:pPr>
            <a:fld id="{D949F9DF-37BD-4CD6-BF49-65BA579E1D7A}" type="slidenum">
              <a:rPr lang="de-DE"/>
              <a:t>11</a:t>
            </a:fld>
            <a:endParaRPr lang="de-DE"/>
          </a:p>
        </p:txBody>
      </p:sp>
      <p:sp>
        <p:nvSpPr>
          <p:cNvPr id="1568552775" name="Titel 3"/>
          <p:cNvSpPr>
            <a:spLocks noGrp="1"/>
          </p:cNvSpPr>
          <p:nvPr>
            <p:ph type="title"/>
          </p:nvPr>
        </p:nvSpPr>
        <p:spPr bwMode="auto"/>
        <p:txBody>
          <a:bodyPr/>
          <a:lstStyle/>
          <a:p>
            <a:pPr>
              <a:defRPr/>
            </a:pPr>
            <a:r>
              <a:rPr lang="de-DE"/>
              <a:t>Bildfolie</a:t>
            </a:r>
            <a:endParaRPr/>
          </a:p>
        </p:txBody>
      </p:sp>
      <p:pic>
        <p:nvPicPr>
          <p:cNvPr id="76388912" name="Bildplatzhalter 11"/>
          <p:cNvPicPr>
            <a:picLocks noChangeAspect="1" noGrp="1"/>
          </p:cNvPicPr>
          <p:nvPr>
            <p:ph type="pic" sz="quarter" idx="25"/>
          </p:nvPr>
        </p:nvPicPr>
        <p:blipFill rotWithShape="1">
          <a:blip r:embed="rId3"/>
          <a:srcRect l="0" t="26425" r="0" b="26424"/>
          <a:stretch/>
        </p:blipFill>
        <p:spPr bwMode="auto"/>
      </p:pic>
      <p:sp>
        <p:nvSpPr>
          <p:cNvPr id="920151455" name="Textplatzhalter 6"/>
          <p:cNvSpPr>
            <a:spLocks noGrp="1"/>
          </p:cNvSpPr>
          <p:nvPr>
            <p:ph type="body" sz="quarter" idx="26"/>
          </p:nvPr>
        </p:nvSpPr>
        <p:spPr bwMode="auto"/>
        <p:txBody>
          <a:bodyPr/>
          <a:lstStyle/>
          <a:p>
            <a:pPr>
              <a:defRPr/>
            </a:pPr>
            <a:r>
              <a:rPr lang="de-DE"/>
              <a:t>Bildunterschrift oder Beschreibung möglich. Gegebenenfalls löschen.</a:t>
            </a:r>
            <a:endParaRPr/>
          </a:p>
        </p:txBody>
      </p:sp>
      <p:sp>
        <p:nvSpPr>
          <p:cNvPr id="1429351718" name="Textplatzhalter 4"/>
          <p:cNvSpPr>
            <a:spLocks noGrp="1"/>
          </p:cNvSpPr>
          <p:nvPr>
            <p:ph type="body" sz="quarter" idx="37"/>
          </p:nvPr>
        </p:nvSpPr>
        <p:spPr bwMode="auto"/>
        <p:txBody>
          <a:bodyPr/>
          <a:lstStyle/>
          <a:p>
            <a:pPr>
              <a:defRPr/>
            </a:pPr>
            <a:r>
              <a:rPr lang="de-DE"/>
              <a:t>Subheadline möglich. Gegebenenfalls löschen.</a:t>
            </a:r>
            <a:endParaRPr lang="de-DE"/>
          </a:p>
        </p:txBody>
      </p:sp>
      <p:sp>
        <p:nvSpPr>
          <p:cNvPr id="685558671" name="Bildplatzhalter 1"/>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4053373" name="Datumsplatzhalter 7"/>
          <p:cNvSpPr>
            <a:spLocks noGrp="1"/>
          </p:cNvSpPr>
          <p:nvPr>
            <p:ph type="dt" sz="half" idx="10"/>
          </p:nvPr>
        </p:nvSpPr>
        <p:spPr bwMode="auto"/>
        <p:txBody>
          <a:bodyPr/>
          <a:lstStyle/>
          <a:p>
            <a:pPr>
              <a:defRPr/>
            </a:pPr>
            <a:fld id="{0FB5BED2-9D67-4633-8F70-D6C5D8124185}" type="datetime4">
              <a:rPr lang="de-DE"/>
              <a:t>3. August 2026</a:t>
            </a:fld>
            <a:endParaRPr lang="de-DE"/>
          </a:p>
        </p:txBody>
      </p:sp>
      <p:sp>
        <p:nvSpPr>
          <p:cNvPr id="1572780361" name="Fußzeilenplatzhalter 8"/>
          <p:cNvSpPr>
            <a:spLocks noGrp="1"/>
          </p:cNvSpPr>
          <p:nvPr>
            <p:ph type="ftr" sz="quarter" idx="11"/>
          </p:nvPr>
        </p:nvSpPr>
        <p:spPr bwMode="auto"/>
        <p:txBody>
          <a:bodyPr/>
          <a:lstStyle/>
          <a:p>
            <a:pPr>
              <a:defRPr/>
            </a:pPr>
            <a:r>
              <a:rPr lang="de-DE"/>
              <a:t>Technische Fakultät</a:t>
            </a:r>
            <a:endParaRPr lang="de-DE"/>
          </a:p>
        </p:txBody>
      </p:sp>
      <p:sp>
        <p:nvSpPr>
          <p:cNvPr id="690345846" name="Foliennummernplatzhalter 9"/>
          <p:cNvSpPr>
            <a:spLocks noGrp="1"/>
          </p:cNvSpPr>
          <p:nvPr>
            <p:ph type="sldNum" sz="quarter" idx="12"/>
          </p:nvPr>
        </p:nvSpPr>
        <p:spPr bwMode="auto"/>
        <p:txBody>
          <a:bodyPr/>
          <a:lstStyle/>
          <a:p>
            <a:pPr>
              <a:defRPr/>
            </a:pPr>
            <a:fld id="{D949F9DF-37BD-4CD6-BF49-65BA579E1D7A}" type="slidenum">
              <a:rPr lang="de-DE"/>
              <a:t>12</a:t>
            </a:fld>
            <a:endParaRPr lang="de-DE"/>
          </a:p>
        </p:txBody>
      </p:sp>
      <p:sp>
        <p:nvSpPr>
          <p:cNvPr id="1101541735" name="Titel 3"/>
          <p:cNvSpPr>
            <a:spLocks noGrp="1"/>
          </p:cNvSpPr>
          <p:nvPr>
            <p:ph type="title"/>
          </p:nvPr>
        </p:nvSpPr>
        <p:spPr bwMode="auto"/>
        <p:txBody>
          <a:bodyPr/>
          <a:lstStyle/>
          <a:p>
            <a:pPr>
              <a:defRPr/>
            </a:pPr>
            <a:r>
              <a:rPr lang="de-DE"/>
              <a:t>Bildfolie | zweispaltig</a:t>
            </a:r>
            <a:endParaRPr/>
          </a:p>
        </p:txBody>
      </p:sp>
      <p:pic>
        <p:nvPicPr>
          <p:cNvPr id="525812252" name="Bildplatzhalter 11"/>
          <p:cNvPicPr>
            <a:picLocks noChangeAspect="1" noGrp="1"/>
          </p:cNvPicPr>
          <p:nvPr>
            <p:ph type="pic" sz="quarter" idx="25"/>
          </p:nvPr>
        </p:nvPicPr>
        <p:blipFill rotWithShape="1">
          <a:blip r:embed="rId3"/>
          <a:srcRect l="0" t="1912" r="0" b="1912"/>
          <a:stretch/>
        </p:blipFill>
        <p:spPr bwMode="auto"/>
      </p:pic>
      <p:sp>
        <p:nvSpPr>
          <p:cNvPr id="437553253" name="Textplatzhalter 2"/>
          <p:cNvSpPr>
            <a:spLocks noGrp="1"/>
          </p:cNvSpPr>
          <p:nvPr>
            <p:ph type="body" sz="quarter" idx="26"/>
          </p:nvPr>
        </p:nvSpPr>
        <p:spPr bwMode="auto"/>
        <p:txBody>
          <a:bodyPr/>
          <a:lstStyle/>
          <a:p>
            <a:pPr>
              <a:defRPr/>
            </a:pPr>
            <a:r>
              <a:rPr lang="de-DE"/>
              <a:t>Bildunterschrift oder Beschreibung möglich.</a:t>
            </a:r>
            <a:endParaRPr/>
          </a:p>
          <a:p>
            <a:pPr>
              <a:defRPr/>
            </a:pPr>
            <a:r>
              <a:rPr lang="de-DE"/>
              <a:t>Gegebenenfalls löschen.</a:t>
            </a:r>
            <a:endParaRPr/>
          </a:p>
        </p:txBody>
      </p:sp>
      <p:pic>
        <p:nvPicPr>
          <p:cNvPr id="309232864" name="Bildplatzhalter 11"/>
          <p:cNvPicPr>
            <a:picLocks noChangeAspect="1" noGrp="1"/>
          </p:cNvPicPr>
          <p:nvPr>
            <p:ph type="pic" sz="quarter" idx="27"/>
          </p:nvPr>
        </p:nvPicPr>
        <p:blipFill rotWithShape="1">
          <a:blip r:embed="rId3"/>
          <a:srcRect l="0" t="1912" r="0" b="1912"/>
          <a:stretch/>
        </p:blipFill>
        <p:spPr bwMode="auto"/>
      </p:pic>
      <p:sp>
        <p:nvSpPr>
          <p:cNvPr id="1345867030" name="Textplatzhalter 11"/>
          <p:cNvSpPr>
            <a:spLocks noGrp="1"/>
          </p:cNvSpPr>
          <p:nvPr>
            <p:ph type="body" sz="quarter" idx="28"/>
          </p:nvPr>
        </p:nvSpPr>
        <p:spPr bwMode="auto"/>
        <p:txBody>
          <a:bodyPr/>
          <a:lstStyle/>
          <a:p>
            <a:pPr>
              <a:defRPr/>
            </a:pPr>
            <a:r>
              <a:rPr lang="de-DE"/>
              <a:t>Bildunterschrift oder Beschreibung möglich.</a:t>
            </a:r>
            <a:endParaRPr/>
          </a:p>
          <a:p>
            <a:pPr>
              <a:defRPr/>
            </a:pPr>
            <a:r>
              <a:rPr lang="de-DE"/>
              <a:t>Gegebenenfalls löschen.</a:t>
            </a:r>
            <a:endParaRPr/>
          </a:p>
        </p:txBody>
      </p:sp>
      <p:sp>
        <p:nvSpPr>
          <p:cNvPr id="2080458654" name="Textplatzhalter 4"/>
          <p:cNvSpPr>
            <a:spLocks noGrp="1"/>
          </p:cNvSpPr>
          <p:nvPr>
            <p:ph type="body" sz="quarter" idx="37"/>
          </p:nvPr>
        </p:nvSpPr>
        <p:spPr bwMode="auto"/>
        <p:txBody>
          <a:bodyPr/>
          <a:lstStyle/>
          <a:p>
            <a:pPr>
              <a:defRPr/>
            </a:pPr>
            <a:r>
              <a:rPr lang="de-DE"/>
              <a:t>Subheadline möglich. Gegebenenfalls löschen.</a:t>
            </a:r>
            <a:endParaRPr lang="de-DE"/>
          </a:p>
        </p:txBody>
      </p:sp>
      <p:sp>
        <p:nvSpPr>
          <p:cNvPr id="835630355" name="Bildplatzhalter 1"/>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0835097" name="Datumsplatzhalter 7"/>
          <p:cNvSpPr>
            <a:spLocks noGrp="1"/>
          </p:cNvSpPr>
          <p:nvPr>
            <p:ph type="dt" sz="half" idx="10"/>
          </p:nvPr>
        </p:nvSpPr>
        <p:spPr bwMode="auto"/>
        <p:txBody>
          <a:bodyPr/>
          <a:lstStyle/>
          <a:p>
            <a:pPr>
              <a:defRPr/>
            </a:pPr>
            <a:fld id="{BB7BB793-D01E-4266-9C88-92A90FF33F7B}" type="datetime4">
              <a:rPr lang="de-DE"/>
              <a:t>3. August 2026</a:t>
            </a:fld>
            <a:endParaRPr lang="de-DE"/>
          </a:p>
        </p:txBody>
      </p:sp>
      <p:sp>
        <p:nvSpPr>
          <p:cNvPr id="1767942556" name="Fußzeilenplatzhalter 8"/>
          <p:cNvSpPr>
            <a:spLocks noGrp="1"/>
          </p:cNvSpPr>
          <p:nvPr>
            <p:ph type="ftr" sz="quarter" idx="11"/>
          </p:nvPr>
        </p:nvSpPr>
        <p:spPr bwMode="auto"/>
        <p:txBody>
          <a:bodyPr/>
          <a:lstStyle/>
          <a:p>
            <a:pPr>
              <a:defRPr/>
            </a:pPr>
            <a:r>
              <a:rPr lang="de-DE"/>
              <a:t>Technische Fakultät</a:t>
            </a:r>
            <a:endParaRPr lang="de-DE"/>
          </a:p>
        </p:txBody>
      </p:sp>
      <p:sp>
        <p:nvSpPr>
          <p:cNvPr id="673270795" name="Foliennummernplatzhalter 9"/>
          <p:cNvSpPr>
            <a:spLocks noGrp="1"/>
          </p:cNvSpPr>
          <p:nvPr>
            <p:ph type="sldNum" sz="quarter" idx="12"/>
          </p:nvPr>
        </p:nvSpPr>
        <p:spPr bwMode="auto"/>
        <p:txBody>
          <a:bodyPr/>
          <a:lstStyle/>
          <a:p>
            <a:pPr>
              <a:defRPr/>
            </a:pPr>
            <a:fld id="{D949F9DF-37BD-4CD6-BF49-65BA579E1D7A}" type="slidenum">
              <a:rPr lang="de-DE"/>
              <a:t>13</a:t>
            </a:fld>
            <a:endParaRPr lang="de-DE"/>
          </a:p>
        </p:txBody>
      </p:sp>
      <p:sp>
        <p:nvSpPr>
          <p:cNvPr id="1640377166" name="Titel 3"/>
          <p:cNvSpPr>
            <a:spLocks noGrp="1"/>
          </p:cNvSpPr>
          <p:nvPr>
            <p:ph type="title"/>
          </p:nvPr>
        </p:nvSpPr>
        <p:spPr bwMode="auto"/>
        <p:txBody>
          <a:bodyPr/>
          <a:lstStyle/>
          <a:p>
            <a:pPr>
              <a:defRPr/>
            </a:pPr>
            <a:r>
              <a:rPr lang="de-DE"/>
              <a:t>Bildfolie | dreispaltig</a:t>
            </a:r>
            <a:endParaRPr/>
          </a:p>
        </p:txBody>
      </p:sp>
      <p:pic>
        <p:nvPicPr>
          <p:cNvPr id="1196335748" name="Bildplatzhalter 11"/>
          <p:cNvPicPr>
            <a:picLocks noChangeAspect="1" noGrp="1"/>
          </p:cNvPicPr>
          <p:nvPr>
            <p:ph type="pic" sz="quarter" idx="25"/>
          </p:nvPr>
        </p:nvPicPr>
        <p:blipFill rotWithShape="1">
          <a:blip r:embed="rId3"/>
          <a:srcRect l="16071" t="0" r="16069" b="0"/>
          <a:stretch/>
        </p:blipFill>
        <p:spPr bwMode="auto"/>
      </p:pic>
      <p:sp>
        <p:nvSpPr>
          <p:cNvPr id="394274233" name="Textplatzhalter 6"/>
          <p:cNvSpPr>
            <a:spLocks noGrp="1"/>
          </p:cNvSpPr>
          <p:nvPr>
            <p:ph type="body" sz="quarter" idx="26"/>
          </p:nvPr>
        </p:nvSpPr>
        <p:spPr bwMode="auto"/>
        <p:txBody>
          <a:bodyPr/>
          <a:lstStyle/>
          <a:p>
            <a:pPr>
              <a:defRPr/>
            </a:pPr>
            <a:r>
              <a:rPr lang="de-DE"/>
              <a:t>Bildunterschrift oder Beschreibung möglich. Gegebenenfalls löschen.</a:t>
            </a:r>
            <a:endParaRPr/>
          </a:p>
        </p:txBody>
      </p:sp>
      <p:pic>
        <p:nvPicPr>
          <p:cNvPr id="2131231362" name="Bildplatzhalter 11"/>
          <p:cNvPicPr>
            <a:picLocks noChangeAspect="1" noGrp="1"/>
          </p:cNvPicPr>
          <p:nvPr>
            <p:ph type="pic" sz="quarter" idx="27"/>
          </p:nvPr>
        </p:nvPicPr>
        <p:blipFill rotWithShape="1">
          <a:blip r:embed="rId3"/>
          <a:srcRect l="16071" t="0" r="16069" b="0"/>
          <a:stretch/>
        </p:blipFill>
        <p:spPr bwMode="auto"/>
      </p:pic>
      <p:sp>
        <p:nvSpPr>
          <p:cNvPr id="1309364640" name="Textplatzhalter 13"/>
          <p:cNvSpPr>
            <a:spLocks noGrp="1"/>
          </p:cNvSpPr>
          <p:nvPr>
            <p:ph type="body" sz="quarter" idx="28"/>
          </p:nvPr>
        </p:nvSpPr>
        <p:spPr bwMode="auto"/>
        <p:txBody>
          <a:bodyPr/>
          <a:lstStyle/>
          <a:p>
            <a:pPr>
              <a:defRPr/>
            </a:pPr>
            <a:r>
              <a:rPr lang="de-DE"/>
              <a:t>Bildunterschrift oder Beschreibung möglich. Gegebenenfalls löschen.</a:t>
            </a:r>
            <a:endParaRPr lang="de-DE"/>
          </a:p>
        </p:txBody>
      </p:sp>
      <p:pic>
        <p:nvPicPr>
          <p:cNvPr id="839472200" name="Bildplatzhalter 11"/>
          <p:cNvPicPr>
            <a:picLocks noChangeAspect="1" noGrp="1"/>
          </p:cNvPicPr>
          <p:nvPr>
            <p:ph type="pic" sz="quarter" idx="29"/>
          </p:nvPr>
        </p:nvPicPr>
        <p:blipFill rotWithShape="1">
          <a:blip r:embed="rId3"/>
          <a:srcRect l="16071" t="0" r="16069" b="0"/>
          <a:stretch/>
        </p:blipFill>
        <p:spPr bwMode="auto"/>
      </p:pic>
      <p:sp>
        <p:nvSpPr>
          <p:cNvPr id="950313671" name="Textplatzhalter 15"/>
          <p:cNvSpPr>
            <a:spLocks noGrp="1"/>
          </p:cNvSpPr>
          <p:nvPr>
            <p:ph type="body" sz="quarter" idx="30"/>
          </p:nvPr>
        </p:nvSpPr>
        <p:spPr bwMode="auto"/>
        <p:txBody>
          <a:bodyPr/>
          <a:lstStyle/>
          <a:p>
            <a:pPr>
              <a:defRPr/>
            </a:pPr>
            <a:r>
              <a:rPr lang="de-DE"/>
              <a:t>Bildunterschrift oder Beschreibung möglich. Gegebenenfalls löschen.</a:t>
            </a:r>
            <a:endParaRPr lang="de-DE"/>
          </a:p>
        </p:txBody>
      </p:sp>
      <p:sp>
        <p:nvSpPr>
          <p:cNvPr id="812690424" name="Textplatzhalter 4"/>
          <p:cNvSpPr>
            <a:spLocks noGrp="1"/>
          </p:cNvSpPr>
          <p:nvPr>
            <p:ph type="body" sz="quarter" idx="37"/>
          </p:nvPr>
        </p:nvSpPr>
        <p:spPr bwMode="auto"/>
        <p:txBody>
          <a:bodyPr/>
          <a:lstStyle/>
          <a:p>
            <a:pPr>
              <a:defRPr/>
            </a:pPr>
            <a:r>
              <a:rPr lang="de-DE"/>
              <a:t>Subheadline möglich. Gegebenenfalls löschen.</a:t>
            </a:r>
            <a:endParaRPr/>
          </a:p>
        </p:txBody>
      </p:sp>
      <p:sp>
        <p:nvSpPr>
          <p:cNvPr id="2005854947" name="Bildplatzhalter 1"/>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3919898" name="Datumsplatzhalter 1"/>
          <p:cNvSpPr>
            <a:spLocks noGrp="1"/>
          </p:cNvSpPr>
          <p:nvPr>
            <p:ph type="dt" sz="half" idx="10"/>
          </p:nvPr>
        </p:nvSpPr>
        <p:spPr bwMode="auto"/>
        <p:txBody>
          <a:bodyPr/>
          <a:lstStyle/>
          <a:p>
            <a:pPr>
              <a:defRPr/>
            </a:pPr>
            <a:fld id="{1086D162-7A4E-4851-A519-26E3B09E1236}" type="datetime4">
              <a:rPr lang="de-DE"/>
              <a:t>3. August 2026</a:t>
            </a:fld>
            <a:endParaRPr lang="de-DE"/>
          </a:p>
        </p:txBody>
      </p:sp>
      <p:sp>
        <p:nvSpPr>
          <p:cNvPr id="1604014641" name="Fußzeilenplatzhalter 4"/>
          <p:cNvSpPr>
            <a:spLocks noGrp="1"/>
          </p:cNvSpPr>
          <p:nvPr>
            <p:ph type="ftr" sz="quarter" idx="11"/>
          </p:nvPr>
        </p:nvSpPr>
        <p:spPr bwMode="auto"/>
        <p:txBody>
          <a:bodyPr/>
          <a:lstStyle/>
          <a:p>
            <a:pPr>
              <a:defRPr/>
            </a:pPr>
            <a:r>
              <a:rPr lang="de-DE"/>
              <a:t>Technische Fakultät</a:t>
            </a:r>
            <a:endParaRPr lang="de-DE"/>
          </a:p>
        </p:txBody>
      </p:sp>
      <p:sp>
        <p:nvSpPr>
          <p:cNvPr id="1532357546" name="Foliennummernplatzhalter 3"/>
          <p:cNvSpPr>
            <a:spLocks noGrp="1"/>
          </p:cNvSpPr>
          <p:nvPr>
            <p:ph type="sldNum" sz="quarter" idx="12"/>
          </p:nvPr>
        </p:nvSpPr>
        <p:spPr bwMode="auto"/>
        <p:txBody>
          <a:bodyPr/>
          <a:lstStyle/>
          <a:p>
            <a:pPr>
              <a:defRPr/>
            </a:pPr>
            <a:fld id="{D949F9DF-37BD-4CD6-BF49-65BA579E1D7A}" type="slidenum">
              <a:rPr lang="de-DE"/>
              <a:t>14</a:t>
            </a:fld>
            <a:endParaRPr lang="de-DE"/>
          </a:p>
        </p:txBody>
      </p:sp>
      <p:graphicFrame>
        <p:nvGraphicFramePr>
          <p:cNvPr id="1707963822" name="Inhaltsplatzhalter 15"/>
          <p:cNvGraphicFramePr>
            <a:graphicFrameLocks xmlns:a="http://schemas.openxmlformats.org/drawingml/2006/main" noGrp="1"/>
          </p:cNvGraphicFramePr>
          <p:nvPr>
            <p:ph sz="quarter" idx="14"/>
          </p:nvPr>
        </p:nvGraphicFramePr>
        <p:xfrm rot="0">
          <a:off x="517525" y="1630363"/>
          <a:ext cx="11156950" cy="4570412"/>
        </p:xfrm>
        <a:graphic>
          <a:graphicData uri="http://schemas.openxmlformats.org/drawingml/2006/chart">
            <c:chart xmlns:c="http://schemas.openxmlformats.org/drawingml/2006/chart" xmlns:r="http://schemas.openxmlformats.org/officeDocument/2006/relationships" r:id="rId3"/>
          </a:graphicData>
        </a:graphic>
      </p:graphicFrame>
      <p:sp>
        <p:nvSpPr>
          <p:cNvPr id="336199712" name="Titel 12"/>
          <p:cNvSpPr>
            <a:spLocks noGrp="1"/>
          </p:cNvSpPr>
          <p:nvPr>
            <p:ph type="title"/>
          </p:nvPr>
        </p:nvSpPr>
        <p:spPr bwMode="auto"/>
        <p:txBody>
          <a:bodyPr/>
          <a:lstStyle/>
          <a:p>
            <a:pPr>
              <a:defRPr/>
            </a:pPr>
            <a:r>
              <a:rPr lang="de-DE"/>
              <a:t>Inhaltsfolie | Säulendiagramm</a:t>
            </a:r>
            <a:endParaRPr/>
          </a:p>
        </p:txBody>
      </p:sp>
      <p:sp>
        <p:nvSpPr>
          <p:cNvPr id="1704558065" name="Textplatzhalter 14"/>
          <p:cNvSpPr>
            <a:spLocks noGrp="1"/>
          </p:cNvSpPr>
          <p:nvPr>
            <p:ph type="body" sz="quarter" idx="37"/>
          </p:nvPr>
        </p:nvSpPr>
        <p:spPr bwMode="auto"/>
        <p:txBody>
          <a:bodyPr/>
          <a:lstStyle/>
          <a:p>
            <a:pPr>
              <a:defRPr/>
            </a:pPr>
            <a:r>
              <a:rPr lang="de-DE"/>
              <a:t>Subheadline möglich. Gegebenenfalls löschen.</a:t>
            </a:r>
            <a:endParaRPr/>
          </a:p>
        </p:txBody>
      </p:sp>
      <p:sp>
        <p:nvSpPr>
          <p:cNvPr id="2087494158" name="Bildplatzhalter 2"/>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3581233" name="Datumsplatzhalter 1"/>
          <p:cNvSpPr>
            <a:spLocks noGrp="1"/>
          </p:cNvSpPr>
          <p:nvPr>
            <p:ph type="dt" sz="half" idx="10"/>
          </p:nvPr>
        </p:nvSpPr>
        <p:spPr bwMode="auto"/>
        <p:txBody>
          <a:bodyPr/>
          <a:lstStyle/>
          <a:p>
            <a:pPr>
              <a:defRPr/>
            </a:pPr>
            <a:fld id="{2EC3B4E0-2362-4A15-8F17-655D5703E6F6}" type="datetime4">
              <a:rPr lang="de-DE"/>
              <a:t>3. August 2026</a:t>
            </a:fld>
            <a:endParaRPr lang="de-DE"/>
          </a:p>
        </p:txBody>
      </p:sp>
      <p:sp>
        <p:nvSpPr>
          <p:cNvPr id="392935854" name="Fußzeilenplatzhalter 6"/>
          <p:cNvSpPr>
            <a:spLocks noGrp="1"/>
          </p:cNvSpPr>
          <p:nvPr>
            <p:ph type="ftr" sz="quarter" idx="11"/>
          </p:nvPr>
        </p:nvSpPr>
        <p:spPr bwMode="auto"/>
        <p:txBody>
          <a:bodyPr/>
          <a:lstStyle/>
          <a:p>
            <a:pPr>
              <a:defRPr/>
            </a:pPr>
            <a:r>
              <a:rPr lang="de-DE"/>
              <a:t>Technische Fakultät</a:t>
            </a:r>
            <a:endParaRPr lang="de-DE"/>
          </a:p>
        </p:txBody>
      </p:sp>
      <p:sp>
        <p:nvSpPr>
          <p:cNvPr id="532586276" name="Foliennummernplatzhalter 3"/>
          <p:cNvSpPr>
            <a:spLocks noGrp="1"/>
          </p:cNvSpPr>
          <p:nvPr>
            <p:ph type="sldNum" sz="quarter" idx="12"/>
          </p:nvPr>
        </p:nvSpPr>
        <p:spPr bwMode="auto"/>
        <p:txBody>
          <a:bodyPr/>
          <a:lstStyle/>
          <a:p>
            <a:pPr>
              <a:defRPr/>
            </a:pPr>
            <a:fld id="{D949F9DF-37BD-4CD6-BF49-65BA579E1D7A}" type="slidenum">
              <a:rPr lang="de-DE"/>
              <a:t>15</a:t>
            </a:fld>
            <a:endParaRPr lang="de-DE"/>
          </a:p>
        </p:txBody>
      </p:sp>
      <p:sp>
        <p:nvSpPr>
          <p:cNvPr id="320914464" name="Textplatzhalter 7"/>
          <p:cNvSpPr>
            <a:spLocks noGrp="1"/>
          </p:cNvSpPr>
          <p:nvPr>
            <p:ph type="body" sz="quarter" idx="15"/>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a:t>
            </a:r>
            <a:endParaRPr/>
          </a:p>
          <a:p>
            <a:pPr lvl="1">
              <a:defRPr/>
            </a:pPr>
            <a:r>
              <a:rPr lang="de-DE"/>
              <a:t>At vero eos et accusam et justo duo dolores et ea rebum. Stet clita kasd gubergren, no sea takimata sanctus.</a:t>
            </a:r>
            <a:endParaRPr/>
          </a:p>
        </p:txBody>
      </p:sp>
      <p:sp>
        <p:nvSpPr>
          <p:cNvPr id="1616719476" name="Titel 12"/>
          <p:cNvSpPr>
            <a:spLocks noGrp="1"/>
          </p:cNvSpPr>
          <p:nvPr>
            <p:ph type="title"/>
          </p:nvPr>
        </p:nvSpPr>
        <p:spPr bwMode="auto"/>
        <p:txBody>
          <a:bodyPr/>
          <a:lstStyle/>
          <a:p>
            <a:pPr>
              <a:defRPr/>
            </a:pPr>
            <a:r>
              <a:rPr lang="de-DE"/>
              <a:t>Inhaltsfolie mit Text | Säulendiagramm</a:t>
            </a:r>
            <a:endParaRPr/>
          </a:p>
        </p:txBody>
      </p:sp>
      <p:graphicFrame>
        <p:nvGraphicFramePr>
          <p:cNvPr id="1913118611" name="Inhaltsplatzhalter 15"/>
          <p:cNvGraphicFramePr>
            <a:graphicFrameLocks xmlns:a="http://schemas.openxmlformats.org/drawingml/2006/main" noGrp="1"/>
          </p:cNvGraphicFramePr>
          <p:nvPr>
            <p:ph sz="quarter" idx="16"/>
          </p:nvPr>
        </p:nvGraphicFramePr>
        <p:xfrm rot="0">
          <a:off x="517525" y="1631950"/>
          <a:ext cx="7364413" cy="4568825"/>
        </p:xfrm>
        <a:graphic>
          <a:graphicData uri="http://schemas.openxmlformats.org/drawingml/2006/chart">
            <c:chart xmlns:c="http://schemas.openxmlformats.org/drawingml/2006/chart" xmlns:r="http://schemas.openxmlformats.org/officeDocument/2006/relationships" r:id="rId3"/>
          </a:graphicData>
        </a:graphic>
      </p:graphicFrame>
      <p:sp>
        <p:nvSpPr>
          <p:cNvPr id="814549596" name="Textplatzhalter 5"/>
          <p:cNvSpPr>
            <a:spLocks noGrp="1"/>
          </p:cNvSpPr>
          <p:nvPr>
            <p:ph type="body" sz="quarter" idx="37"/>
          </p:nvPr>
        </p:nvSpPr>
        <p:spPr bwMode="auto"/>
        <p:txBody>
          <a:bodyPr/>
          <a:lstStyle/>
          <a:p>
            <a:pPr>
              <a:defRPr/>
            </a:pPr>
            <a:r>
              <a:rPr lang="de-DE"/>
              <a:t>Subheadline möglich. Gegebenenfalls löschen.</a:t>
            </a:r>
            <a:endParaRPr/>
          </a:p>
        </p:txBody>
      </p:sp>
      <p:sp>
        <p:nvSpPr>
          <p:cNvPr id="1223034235" name="Bildplatzhalter 2"/>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7445635" name="Datumsplatzhalter 1"/>
          <p:cNvSpPr>
            <a:spLocks noGrp="1"/>
          </p:cNvSpPr>
          <p:nvPr>
            <p:ph type="dt" sz="half" idx="10"/>
          </p:nvPr>
        </p:nvSpPr>
        <p:spPr bwMode="auto"/>
        <p:txBody>
          <a:bodyPr/>
          <a:lstStyle/>
          <a:p>
            <a:pPr>
              <a:defRPr/>
            </a:pPr>
            <a:fld id="{4F3F5194-E7C9-4DDD-B8C8-264A179B6054}" type="datetime4">
              <a:rPr lang="de-DE"/>
              <a:t>3. August 2026</a:t>
            </a:fld>
            <a:endParaRPr lang="de-DE"/>
          </a:p>
        </p:txBody>
      </p:sp>
      <p:sp>
        <p:nvSpPr>
          <p:cNvPr id="1913216793" name="Fußzeilenplatzhalter 5"/>
          <p:cNvSpPr>
            <a:spLocks noGrp="1"/>
          </p:cNvSpPr>
          <p:nvPr>
            <p:ph type="ftr" sz="quarter" idx="11"/>
          </p:nvPr>
        </p:nvSpPr>
        <p:spPr bwMode="auto"/>
        <p:txBody>
          <a:bodyPr/>
          <a:lstStyle/>
          <a:p>
            <a:pPr>
              <a:defRPr/>
            </a:pPr>
            <a:r>
              <a:rPr lang="de-DE"/>
              <a:t>Technische Fakultät</a:t>
            </a:r>
            <a:endParaRPr lang="de-DE"/>
          </a:p>
        </p:txBody>
      </p:sp>
      <p:sp>
        <p:nvSpPr>
          <p:cNvPr id="756623723" name="Foliennummernplatzhalter 3"/>
          <p:cNvSpPr>
            <a:spLocks noGrp="1"/>
          </p:cNvSpPr>
          <p:nvPr>
            <p:ph type="sldNum" sz="quarter" idx="12"/>
          </p:nvPr>
        </p:nvSpPr>
        <p:spPr bwMode="auto"/>
        <p:txBody>
          <a:bodyPr/>
          <a:lstStyle/>
          <a:p>
            <a:pPr>
              <a:defRPr/>
            </a:pPr>
            <a:fld id="{D949F9DF-37BD-4CD6-BF49-65BA579E1D7A}" type="slidenum">
              <a:rPr lang="de-DE"/>
              <a:t>16</a:t>
            </a:fld>
            <a:endParaRPr lang="de-DE"/>
          </a:p>
        </p:txBody>
      </p:sp>
      <p:graphicFrame>
        <p:nvGraphicFramePr>
          <p:cNvPr id="1204665628" name="Inhaltsplatzhalter 13"/>
          <p:cNvGraphicFramePr>
            <a:graphicFrameLocks xmlns:a="http://schemas.openxmlformats.org/drawingml/2006/main" noGrp="1"/>
          </p:cNvGraphicFramePr>
          <p:nvPr>
            <p:ph sz="quarter" idx="14"/>
          </p:nvPr>
        </p:nvGraphicFramePr>
        <p:xfrm rot="0">
          <a:off x="736731" y="1478328"/>
          <a:ext cx="5470525" cy="4570412"/>
        </p:xfrm>
        <a:graphic>
          <a:graphicData uri="http://schemas.openxmlformats.org/drawingml/2006/chart">
            <c:chart xmlns:c="http://schemas.openxmlformats.org/drawingml/2006/chart" xmlns:r="http://schemas.openxmlformats.org/officeDocument/2006/relationships" r:id="rId3"/>
          </a:graphicData>
        </a:graphic>
      </p:graphicFrame>
      <p:sp>
        <p:nvSpPr>
          <p:cNvPr id="221243950" name="Titel 12"/>
          <p:cNvSpPr>
            <a:spLocks noGrp="1"/>
          </p:cNvSpPr>
          <p:nvPr>
            <p:ph type="title"/>
          </p:nvPr>
        </p:nvSpPr>
        <p:spPr bwMode="auto"/>
        <p:txBody>
          <a:bodyPr/>
          <a:lstStyle/>
          <a:p>
            <a:pPr>
              <a:defRPr/>
            </a:pPr>
            <a:r>
              <a:rPr lang="de-DE"/>
              <a:t>Inhaltsfolie | Torten- &amp; Ringdiagramm</a:t>
            </a:r>
            <a:endParaRPr/>
          </a:p>
        </p:txBody>
      </p:sp>
      <p:graphicFrame>
        <p:nvGraphicFramePr>
          <p:cNvPr id="1699801503" name="Inhaltsplatzhalter 13"/>
          <p:cNvGraphicFramePr>
            <a:graphicFrameLocks xmlns:a="http://schemas.openxmlformats.org/drawingml/2006/main" noGrp="1"/>
          </p:cNvGraphicFramePr>
          <p:nvPr>
            <p:ph sz="quarter" idx="39"/>
          </p:nvPr>
        </p:nvGraphicFramePr>
        <p:xfrm rot="0">
          <a:off x="6205538" y="1630363"/>
          <a:ext cx="5470525" cy="4570412"/>
        </p:xfrm>
        <a:graphic>
          <a:graphicData uri="http://schemas.openxmlformats.org/drawingml/2006/chart">
            <c:chart xmlns:c="http://schemas.openxmlformats.org/drawingml/2006/chart" xmlns:r="http://schemas.openxmlformats.org/officeDocument/2006/relationships" r:id="rId4"/>
          </a:graphicData>
        </a:graphic>
      </p:graphicFrame>
      <p:sp>
        <p:nvSpPr>
          <p:cNvPr id="568029093" name="Textplatzhalter 14"/>
          <p:cNvSpPr>
            <a:spLocks noGrp="1"/>
          </p:cNvSpPr>
          <p:nvPr>
            <p:ph type="body" sz="quarter" idx="37"/>
          </p:nvPr>
        </p:nvSpPr>
        <p:spPr bwMode="auto"/>
        <p:txBody>
          <a:bodyPr/>
          <a:lstStyle/>
          <a:p>
            <a:pPr>
              <a:defRPr/>
            </a:pPr>
            <a:r>
              <a:rPr lang="de-DE"/>
              <a:t>Subheadline möglich. Gegebenenfalls löschen.</a:t>
            </a:r>
            <a:endParaRPr/>
          </a:p>
        </p:txBody>
      </p:sp>
      <p:sp>
        <p:nvSpPr>
          <p:cNvPr id="1665896619" name="Bildplatzhalter 2"/>
          <p:cNvSpPr>
            <a:spLocks noGrp="1"/>
          </p:cNvSpPr>
          <p:nvPr>
            <p:ph type="pic" sz="quarter" idx="40"/>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8245620" name="Datumsplatzhalter 1"/>
          <p:cNvSpPr>
            <a:spLocks noGrp="1"/>
          </p:cNvSpPr>
          <p:nvPr>
            <p:ph type="dt" sz="half" idx="10"/>
          </p:nvPr>
        </p:nvSpPr>
        <p:spPr bwMode="auto"/>
        <p:txBody>
          <a:bodyPr/>
          <a:lstStyle/>
          <a:p>
            <a:pPr>
              <a:defRPr/>
            </a:pPr>
            <a:fld id="{A4FE30CC-4F8C-4D74-9293-2768BA3D3479}" type="datetime4">
              <a:rPr lang="de-DE"/>
              <a:t>3. August 2026</a:t>
            </a:fld>
            <a:endParaRPr lang="de-DE"/>
          </a:p>
        </p:txBody>
      </p:sp>
      <p:sp>
        <p:nvSpPr>
          <p:cNvPr id="917077451" name="Fußzeilenplatzhalter 6"/>
          <p:cNvSpPr>
            <a:spLocks noGrp="1"/>
          </p:cNvSpPr>
          <p:nvPr>
            <p:ph type="ftr" sz="quarter" idx="11"/>
          </p:nvPr>
        </p:nvSpPr>
        <p:spPr bwMode="auto"/>
        <p:txBody>
          <a:bodyPr/>
          <a:lstStyle/>
          <a:p>
            <a:pPr>
              <a:defRPr/>
            </a:pPr>
            <a:r>
              <a:rPr lang="de-DE"/>
              <a:t>Technische Fakultät</a:t>
            </a:r>
            <a:endParaRPr lang="de-DE"/>
          </a:p>
        </p:txBody>
      </p:sp>
      <p:sp>
        <p:nvSpPr>
          <p:cNvPr id="929252888" name="Foliennummernplatzhalter 3"/>
          <p:cNvSpPr>
            <a:spLocks noGrp="1"/>
          </p:cNvSpPr>
          <p:nvPr>
            <p:ph type="sldNum" sz="quarter" idx="12"/>
          </p:nvPr>
        </p:nvSpPr>
        <p:spPr bwMode="auto"/>
        <p:txBody>
          <a:bodyPr/>
          <a:lstStyle/>
          <a:p>
            <a:pPr>
              <a:defRPr/>
            </a:pPr>
            <a:fld id="{D949F9DF-37BD-4CD6-BF49-65BA579E1D7A}" type="slidenum">
              <a:rPr lang="de-DE"/>
              <a:t>17</a:t>
            </a:fld>
            <a:endParaRPr lang="de-DE"/>
          </a:p>
        </p:txBody>
      </p:sp>
      <p:sp>
        <p:nvSpPr>
          <p:cNvPr id="1263200286" name="Textplatzhalter 7"/>
          <p:cNvSpPr>
            <a:spLocks noGrp="1"/>
          </p:cNvSpPr>
          <p:nvPr>
            <p:ph type="body" sz="quarter" idx="15"/>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a:t>
            </a:r>
            <a:endParaRPr/>
          </a:p>
          <a:p>
            <a:pPr lvl="1">
              <a:defRPr/>
            </a:pPr>
            <a:r>
              <a:rPr lang="de-DE"/>
              <a:t>At vero eos et accusam et justo duo dolores et ea rebum. Stet clita kasd gubergren, no sea takimata sanctus.</a:t>
            </a:r>
            <a:endParaRPr/>
          </a:p>
        </p:txBody>
      </p:sp>
      <p:sp>
        <p:nvSpPr>
          <p:cNvPr id="376650851" name="Titel 12"/>
          <p:cNvSpPr>
            <a:spLocks noGrp="1"/>
          </p:cNvSpPr>
          <p:nvPr>
            <p:ph type="title"/>
          </p:nvPr>
        </p:nvSpPr>
        <p:spPr bwMode="auto"/>
        <p:txBody>
          <a:bodyPr/>
          <a:lstStyle/>
          <a:p>
            <a:pPr>
              <a:defRPr/>
            </a:pPr>
            <a:r>
              <a:rPr lang="de-DE"/>
              <a:t>Inhaltsfolie mit Text | Torten- &amp; Ringdiagramm</a:t>
            </a:r>
            <a:endParaRPr/>
          </a:p>
        </p:txBody>
      </p:sp>
      <p:graphicFrame>
        <p:nvGraphicFramePr>
          <p:cNvPr id="1850285664" name="Inhaltsplatzhalter 13"/>
          <p:cNvGraphicFramePr>
            <a:graphicFrameLocks xmlns:a="http://schemas.openxmlformats.org/drawingml/2006/main" noGrp="1"/>
          </p:cNvGraphicFramePr>
          <p:nvPr>
            <p:ph sz="quarter" idx="16"/>
          </p:nvPr>
        </p:nvGraphicFramePr>
        <p:xfrm rot="0">
          <a:off x="517525" y="1631950"/>
          <a:ext cx="7364413" cy="4568825"/>
        </p:xfrm>
        <a:graphic>
          <a:graphicData uri="http://schemas.openxmlformats.org/drawingml/2006/chart">
            <c:chart xmlns:c="http://schemas.openxmlformats.org/drawingml/2006/chart" xmlns:r="http://schemas.openxmlformats.org/officeDocument/2006/relationships" r:id="rId3"/>
          </a:graphicData>
        </a:graphic>
      </p:graphicFrame>
      <p:sp>
        <p:nvSpPr>
          <p:cNvPr id="1554949404" name="Textplatzhalter 5"/>
          <p:cNvSpPr>
            <a:spLocks noGrp="1"/>
          </p:cNvSpPr>
          <p:nvPr>
            <p:ph type="body" sz="quarter" idx="37"/>
          </p:nvPr>
        </p:nvSpPr>
        <p:spPr bwMode="auto"/>
        <p:txBody>
          <a:bodyPr/>
          <a:lstStyle/>
          <a:p>
            <a:pPr>
              <a:defRPr/>
            </a:pPr>
            <a:r>
              <a:rPr lang="de-DE"/>
              <a:t>Subheadline möglich. Gegebenenfalls löschen.</a:t>
            </a:r>
            <a:endParaRPr lang="de-DE"/>
          </a:p>
        </p:txBody>
      </p:sp>
      <p:sp>
        <p:nvSpPr>
          <p:cNvPr id="121768274" name="Bildplatzhalter 2"/>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660024" name="Datumsplatzhalter 1"/>
          <p:cNvSpPr>
            <a:spLocks noGrp="1"/>
          </p:cNvSpPr>
          <p:nvPr>
            <p:ph type="dt" sz="half" idx="10"/>
          </p:nvPr>
        </p:nvSpPr>
        <p:spPr bwMode="auto"/>
        <p:txBody>
          <a:bodyPr/>
          <a:lstStyle/>
          <a:p>
            <a:pPr>
              <a:defRPr/>
            </a:pPr>
            <a:fld id="{A36EA338-8BC4-47FE-B4D7-13D4B29FF8C0}" type="datetime4">
              <a:rPr lang="de-DE"/>
              <a:t>3. August 2026</a:t>
            </a:fld>
            <a:endParaRPr lang="de-DE"/>
          </a:p>
        </p:txBody>
      </p:sp>
      <p:sp>
        <p:nvSpPr>
          <p:cNvPr id="854650343" name="Fußzeilenplatzhalter 6"/>
          <p:cNvSpPr>
            <a:spLocks noGrp="1"/>
          </p:cNvSpPr>
          <p:nvPr>
            <p:ph type="ftr" sz="quarter" idx="11"/>
          </p:nvPr>
        </p:nvSpPr>
        <p:spPr bwMode="auto"/>
        <p:txBody>
          <a:bodyPr/>
          <a:lstStyle/>
          <a:p>
            <a:pPr>
              <a:defRPr/>
            </a:pPr>
            <a:r>
              <a:rPr lang="de-DE"/>
              <a:t>Technische Fakultät</a:t>
            </a:r>
            <a:endParaRPr lang="de-DE"/>
          </a:p>
        </p:txBody>
      </p:sp>
      <p:sp>
        <p:nvSpPr>
          <p:cNvPr id="2102654220" name="Foliennummernplatzhalter 3"/>
          <p:cNvSpPr>
            <a:spLocks noGrp="1"/>
          </p:cNvSpPr>
          <p:nvPr>
            <p:ph type="sldNum" sz="quarter" idx="12"/>
          </p:nvPr>
        </p:nvSpPr>
        <p:spPr bwMode="auto"/>
        <p:txBody>
          <a:bodyPr/>
          <a:lstStyle/>
          <a:p>
            <a:pPr>
              <a:defRPr/>
            </a:pPr>
            <a:fld id="{D949F9DF-37BD-4CD6-BF49-65BA579E1D7A}" type="slidenum">
              <a:rPr lang="de-DE"/>
              <a:t>18</a:t>
            </a:fld>
            <a:endParaRPr lang="de-DE"/>
          </a:p>
        </p:txBody>
      </p:sp>
      <p:sp>
        <p:nvSpPr>
          <p:cNvPr id="1282797039" name="Textplatzhalter 7"/>
          <p:cNvSpPr>
            <a:spLocks noGrp="1"/>
          </p:cNvSpPr>
          <p:nvPr>
            <p:ph type="body" sz="quarter" idx="15"/>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a:t>
            </a:r>
            <a:endParaRPr/>
          </a:p>
          <a:p>
            <a:pPr lvl="1">
              <a:defRPr/>
            </a:pPr>
            <a:r>
              <a:rPr lang="de-DE"/>
              <a:t>At vero eos et accusam et justo duo dolores et ea rebum. Stet clita kasd gubergren, no sea takimata sanctus.</a:t>
            </a:r>
            <a:endParaRPr/>
          </a:p>
        </p:txBody>
      </p:sp>
      <p:sp>
        <p:nvSpPr>
          <p:cNvPr id="606888281" name="Titel 12"/>
          <p:cNvSpPr>
            <a:spLocks noGrp="1"/>
          </p:cNvSpPr>
          <p:nvPr>
            <p:ph type="title"/>
          </p:nvPr>
        </p:nvSpPr>
        <p:spPr bwMode="auto"/>
        <p:txBody>
          <a:bodyPr/>
          <a:lstStyle/>
          <a:p>
            <a:pPr>
              <a:defRPr/>
            </a:pPr>
            <a:r>
              <a:rPr lang="de-DE"/>
              <a:t>Inhaltsfolie mit Text | Torten- &amp; Ringdiagramm</a:t>
            </a:r>
            <a:endParaRPr/>
          </a:p>
        </p:txBody>
      </p:sp>
      <p:graphicFrame>
        <p:nvGraphicFramePr>
          <p:cNvPr id="1571985406" name="Inhaltsplatzhalter 13"/>
          <p:cNvGraphicFramePr>
            <a:graphicFrameLocks xmlns:a="http://schemas.openxmlformats.org/drawingml/2006/main" noGrp="1"/>
          </p:cNvGraphicFramePr>
          <p:nvPr>
            <p:ph sz="quarter" idx="16"/>
          </p:nvPr>
        </p:nvGraphicFramePr>
        <p:xfrm rot="0">
          <a:off x="517525" y="1631950"/>
          <a:ext cx="7364413" cy="4568825"/>
        </p:xfrm>
        <a:graphic>
          <a:graphicData uri="http://schemas.openxmlformats.org/drawingml/2006/chart">
            <c:chart xmlns:c="http://schemas.openxmlformats.org/drawingml/2006/chart" xmlns:r="http://schemas.openxmlformats.org/officeDocument/2006/relationships" r:id="rId3"/>
          </a:graphicData>
        </a:graphic>
      </p:graphicFrame>
      <p:sp>
        <p:nvSpPr>
          <p:cNvPr id="1957361096" name="Textplatzhalter 5"/>
          <p:cNvSpPr>
            <a:spLocks noGrp="1"/>
          </p:cNvSpPr>
          <p:nvPr>
            <p:ph type="body" sz="quarter" idx="37"/>
          </p:nvPr>
        </p:nvSpPr>
        <p:spPr bwMode="auto"/>
        <p:txBody>
          <a:bodyPr/>
          <a:lstStyle/>
          <a:p>
            <a:pPr>
              <a:defRPr/>
            </a:pPr>
            <a:r>
              <a:rPr lang="de-DE"/>
              <a:t>Subheadline möglich. Gegebenenfalls löschen.</a:t>
            </a:r>
            <a:endParaRPr/>
          </a:p>
        </p:txBody>
      </p:sp>
      <p:sp>
        <p:nvSpPr>
          <p:cNvPr id="149057832" name="Bildplatzhalter 2"/>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8698332" name="Datumsplatzhalter 1"/>
          <p:cNvSpPr>
            <a:spLocks noGrp="1"/>
          </p:cNvSpPr>
          <p:nvPr>
            <p:ph type="dt" sz="half" idx="10"/>
          </p:nvPr>
        </p:nvSpPr>
        <p:spPr bwMode="auto"/>
        <p:txBody>
          <a:bodyPr/>
          <a:lstStyle/>
          <a:p>
            <a:pPr>
              <a:defRPr/>
            </a:pPr>
            <a:fld id="{D7EE4E61-8A5F-4909-9286-A64F40CD8800}" type="datetime4">
              <a:rPr lang="de-DE"/>
              <a:t>3. August 2026</a:t>
            </a:fld>
            <a:endParaRPr lang="de-DE"/>
          </a:p>
        </p:txBody>
      </p:sp>
      <p:sp>
        <p:nvSpPr>
          <p:cNvPr id="729237215" name="Fußzeilenplatzhalter 2"/>
          <p:cNvSpPr>
            <a:spLocks noGrp="1"/>
          </p:cNvSpPr>
          <p:nvPr>
            <p:ph type="ftr" sz="quarter" idx="11"/>
          </p:nvPr>
        </p:nvSpPr>
        <p:spPr bwMode="auto"/>
        <p:txBody>
          <a:bodyPr/>
          <a:lstStyle/>
          <a:p>
            <a:pPr>
              <a:defRPr/>
            </a:pPr>
            <a:r>
              <a:rPr lang="de-DE"/>
              <a:t>Technische Fakultät</a:t>
            </a:r>
            <a:endParaRPr lang="de-DE"/>
          </a:p>
        </p:txBody>
      </p:sp>
      <p:sp>
        <p:nvSpPr>
          <p:cNvPr id="1816243933" name="Foliennummernplatzhalter 3"/>
          <p:cNvSpPr>
            <a:spLocks noGrp="1"/>
          </p:cNvSpPr>
          <p:nvPr>
            <p:ph type="sldNum" sz="quarter" idx="12"/>
          </p:nvPr>
        </p:nvSpPr>
        <p:spPr bwMode="auto"/>
        <p:txBody>
          <a:bodyPr/>
          <a:lstStyle/>
          <a:p>
            <a:pPr>
              <a:defRPr/>
            </a:pPr>
            <a:fld id="{D949F9DF-37BD-4CD6-BF49-65BA579E1D7A}" type="slidenum">
              <a:rPr lang="de-DE"/>
              <a:t>19</a:t>
            </a:fld>
            <a:endParaRPr lang="de-DE"/>
          </a:p>
        </p:txBody>
      </p:sp>
      <p:graphicFrame>
        <p:nvGraphicFramePr>
          <p:cNvPr id="430834084" name="Inhaltsplatzhalter 7"/>
          <p:cNvGraphicFramePr>
            <a:graphicFrameLocks xmlns:a="http://schemas.openxmlformats.org/drawingml/2006/main" noGrp="1"/>
          </p:cNvGraphicFramePr>
          <p:nvPr>
            <p:ph sz="quarter" idx="14"/>
          </p:nvPr>
        </p:nvGraphicFramePr>
        <p:xfrm rot="0">
          <a:off x="517525" y="1630363"/>
          <a:ext cx="11156946" cy="4567241"/>
        </p:xfrm>
        <a:graphic>
          <a:graphicData uri="http://schemas.openxmlformats.org/drawingml/2006/table">
            <a:tbl>
              <a:tblPr firstRow="0" firstCol="0" lastRow="0" lastCol="0" bandRow="1" bandCol="0">
                <a:tableStyleId>{5C22544A-7EE6-4342-B048-85BDC9FD1C3A}</a:tableStyleId>
              </a:tblPr>
              <a:tblGrid>
                <a:gridCol w="2657476"/>
                <a:gridCol w="1699894"/>
                <a:gridCol w="1699894"/>
                <a:gridCol w="1699894"/>
                <a:gridCol w="1699894"/>
                <a:gridCol w="1699894"/>
              </a:tblGrid>
              <a:tr h="432000">
                <a:tc>
                  <a:txBody>
                    <a:bodyPr/>
                    <a:p>
                      <a:pPr>
                        <a:defRPr/>
                      </a:pPr>
                      <a:r>
                        <a:rPr lang="de-DE" sz="1400" b="1">
                          <a:solidFill>
                            <a:schemeClr val="bg1"/>
                          </a:solidFill>
                          <a:latin typeface="Arial"/>
                        </a:rPr>
                        <a:t>Name</a:t>
                      </a:r>
                      <a:endParaRPr lang="de-DE" sz="1400" b="1">
                        <a:solidFill>
                          <a:schemeClr val="bg1"/>
                        </a:solidFill>
                        <a:latin typeface="Arial"/>
                      </a:endParaRPr>
                    </a:p>
                  </a:txBody>
                  <a:tcPr marL="108000" marR="108000" marT="36000" marB="36000" anchor="ctr">
                    <a:lnR w="6350" algn="ctr">
                      <a:solidFill>
                        <a:schemeClr val="bg1"/>
                      </a:solidFill>
                    </a:lnR>
                    <a:lnB w="12700" algn="ctr">
                      <a:noFill/>
                    </a:lnB>
                    <a:solidFill>
                      <a:schemeClr val="accent4"/>
                    </a:solidFill>
                  </a:tcPr>
                </a:tc>
                <a:tc>
                  <a:txBody>
                    <a:bodyPr/>
                    <a:p>
                      <a:pPr>
                        <a:defRPr/>
                      </a:pPr>
                      <a:r>
                        <a:rPr lang="de-DE" sz="1400" b="1">
                          <a:solidFill>
                            <a:schemeClr val="bg1"/>
                          </a:solidFill>
                          <a:latin typeface="Arial"/>
                        </a:rPr>
                        <a:t>Experinment-1</a:t>
                      </a:r>
                      <a:endParaRPr lang="de-DE" sz="1400" b="1">
                        <a:solidFill>
                          <a:schemeClr val="bg1"/>
                        </a:solidFill>
                        <a:latin typeface="Arial"/>
                      </a:endParaRPr>
                    </a:p>
                  </a:txBody>
                  <a:tcPr marL="108000" marR="108000" marT="36000" marB="36000" anchor="ctr">
                    <a:lnL w="6350" algn="ctr">
                      <a:solidFill>
                        <a:schemeClr val="bg1"/>
                      </a:solidFill>
                    </a:lnL>
                    <a:lnR w="6350" algn="ctr">
                      <a:solidFill>
                        <a:schemeClr val="bg1"/>
                      </a:solidFill>
                    </a:lnR>
                    <a:lnB w="12700" algn="ctr">
                      <a:noFill/>
                    </a:lnB>
                    <a:solidFill>
                      <a:schemeClr val="accent4"/>
                    </a:solidFill>
                  </a:tcPr>
                </a:tc>
                <a:tc>
                  <a:txBody>
                    <a:bodyPr/>
                    <a:p>
                      <a:pPr marL="0" marR="0" lvl="0" indent="0" algn="l" defTabSz="914400">
                        <a:lnSpc>
                          <a:spcPct val="100000"/>
                        </a:lnSpc>
                        <a:spcBef>
                          <a:spcPts val="0"/>
                        </a:spcBef>
                        <a:spcAft>
                          <a:spcPts val="0"/>
                        </a:spcAft>
                        <a:buNone/>
                        <a:defRPr/>
                      </a:pPr>
                      <a:r>
                        <a:rPr lang="de-DE" sz="1400" b="1" i="0" u="none" strike="noStrike" cap="none" spc="0">
                          <a:ln>
                            <a:noFill/>
                          </a:ln>
                          <a:solidFill>
                            <a:srgbClr val="FFFFFF"/>
                          </a:solidFill>
                          <a:latin typeface="Arial"/>
                        </a:rPr>
                        <a:t>Experinment-2</a:t>
                      </a:r>
                      <a:endParaRPr lang="en-US"/>
                    </a:p>
                  </a:txBody>
                  <a:tcPr marL="108000" marR="108000" marT="36000" marB="36000" anchor="ctr">
                    <a:lnL w="6350" algn="ctr">
                      <a:solidFill>
                        <a:schemeClr val="bg1"/>
                      </a:solidFill>
                    </a:lnL>
                    <a:lnR w="6350" algn="ctr">
                      <a:solidFill>
                        <a:schemeClr val="bg1"/>
                      </a:solidFill>
                    </a:lnR>
                    <a:lnB w="12700" algn="ctr">
                      <a:noFill/>
                    </a:lnB>
                    <a:solidFill>
                      <a:schemeClr val="accent4"/>
                    </a:solidFill>
                  </a:tcPr>
                </a:tc>
                <a:tc>
                  <a:txBody>
                    <a:bodyPr/>
                    <a:p>
                      <a:pPr marL="0" marR="0" lvl="0" indent="0" algn="l" defTabSz="914400">
                        <a:lnSpc>
                          <a:spcPct val="100000"/>
                        </a:lnSpc>
                        <a:spcBef>
                          <a:spcPts val="0"/>
                        </a:spcBef>
                        <a:spcAft>
                          <a:spcPts val="0"/>
                        </a:spcAft>
                        <a:buNone/>
                        <a:defRPr/>
                      </a:pPr>
                      <a:r>
                        <a:rPr lang="de-DE" sz="1400" b="1" i="0" u="none" strike="noStrike" cap="none" spc="0">
                          <a:ln>
                            <a:noFill/>
                          </a:ln>
                          <a:solidFill>
                            <a:srgbClr val="FFFFFF"/>
                          </a:solidFill>
                          <a:latin typeface="Arial"/>
                        </a:rPr>
                        <a:t>Experinment-3</a:t>
                      </a:r>
                      <a:endParaRPr lang="en-US"/>
                    </a:p>
                  </a:txBody>
                  <a:tcPr marL="108000" marR="108000" marT="36000" marB="36000" anchor="ctr">
                    <a:lnL w="6350" algn="ctr">
                      <a:solidFill>
                        <a:schemeClr val="bg1"/>
                      </a:solidFill>
                    </a:lnL>
                    <a:lnR w="6350" algn="ctr">
                      <a:solidFill>
                        <a:schemeClr val="bg1"/>
                      </a:solidFill>
                    </a:lnR>
                    <a:lnB w="12700" algn="ctr">
                      <a:noFill/>
                    </a:lnB>
                    <a:solidFill>
                      <a:schemeClr val="accent4"/>
                    </a:solidFill>
                  </a:tcPr>
                </a:tc>
                <a:tc>
                  <a:txBody>
                    <a:bodyPr/>
                    <a:p>
                      <a:pPr marL="0" marR="0" lvl="0" indent="0" algn="l" defTabSz="914400" rtl="0">
                        <a:lnSpc>
                          <a:spcPct val="100000"/>
                        </a:lnSpc>
                        <a:spcBef>
                          <a:spcPts val="0"/>
                        </a:spcBef>
                        <a:spcAft>
                          <a:spcPts val="0"/>
                        </a:spcAft>
                        <a:buClrTx/>
                        <a:buSzTx/>
                        <a:buFontTx/>
                        <a:buNone/>
                        <a:defRPr/>
                      </a:pPr>
                      <a:r>
                        <a:rPr lang="de-DE" sz="1400" b="1" i="0" u="none" strike="noStrike" cap="none" spc="0">
                          <a:ln>
                            <a:noFill/>
                          </a:ln>
                          <a:solidFill>
                            <a:schemeClr val="bg1"/>
                          </a:solidFill>
                          <a:latin typeface="Arial"/>
                          <a:ea typeface="Arial"/>
                          <a:cs typeface="Arial"/>
                        </a:rPr>
                        <a:t>LLaVa-Med</a:t>
                      </a:r>
                      <a:endParaRPr lang="de-DE" sz="1400" b="1" i="0" u="none" strike="noStrike" cap="none" spc="0">
                        <a:ln>
                          <a:noFill/>
                        </a:ln>
                        <a:solidFill>
                          <a:schemeClr val="bg1"/>
                        </a:solidFill>
                        <a:latin typeface="Arial"/>
                        <a:ea typeface="Arial"/>
                        <a:cs typeface="Arial"/>
                      </a:endParaRPr>
                    </a:p>
                  </a:txBody>
                  <a:tcPr marL="108000" marR="108000" marT="36000" marB="36000" anchor="ctr">
                    <a:lnL w="6350" algn="ctr">
                      <a:solidFill>
                        <a:schemeClr val="bg1"/>
                      </a:solidFill>
                    </a:lnL>
                    <a:lnR w="6350" algn="ctr">
                      <a:solidFill>
                        <a:schemeClr val="bg1"/>
                      </a:solidFill>
                    </a:lnR>
                    <a:lnB w="12700" algn="ctr">
                      <a:noFill/>
                    </a:lnB>
                    <a:solidFill>
                      <a:schemeClr val="accent4"/>
                    </a:solidFill>
                  </a:tcPr>
                </a:tc>
                <a:tc>
                  <a:txBody>
                    <a:bodyPr/>
                    <a:p>
                      <a:pPr marL="0" marR="0" lvl="0" indent="0" algn="l" defTabSz="914400" rtl="0">
                        <a:lnSpc>
                          <a:spcPct val="100000"/>
                        </a:lnSpc>
                        <a:spcBef>
                          <a:spcPts val="0"/>
                        </a:spcBef>
                        <a:spcAft>
                          <a:spcPts val="0"/>
                        </a:spcAft>
                        <a:buClrTx/>
                        <a:buSzTx/>
                        <a:buFontTx/>
                        <a:buNone/>
                        <a:defRPr/>
                      </a:pPr>
                      <a:r>
                        <a:rPr lang="de-DE" sz="1400" b="1" i="0" u="none" strike="noStrike" cap="none" spc="0">
                          <a:ln>
                            <a:noFill/>
                          </a:ln>
                          <a:solidFill>
                            <a:schemeClr val="bg1"/>
                          </a:solidFill>
                          <a:latin typeface="Arial"/>
                          <a:ea typeface="Arial"/>
                          <a:cs typeface="Arial"/>
                        </a:rPr>
                        <a:t>Quilt-LLaVa</a:t>
                      </a:r>
                      <a:endParaRPr lang="de-DE" sz="1400" b="1" i="0" u="none" strike="noStrike" cap="none" spc="0">
                        <a:ln>
                          <a:noFill/>
                        </a:ln>
                        <a:solidFill>
                          <a:schemeClr val="bg1"/>
                        </a:solidFill>
                        <a:latin typeface="Arial"/>
                        <a:ea typeface="Arial"/>
                        <a:cs typeface="Arial"/>
                      </a:endParaRPr>
                    </a:p>
                  </a:txBody>
                  <a:tcPr marL="108000" marR="108000" marT="36000" marB="36000" anchor="ctr">
                    <a:lnL w="6350" algn="ctr">
                      <a:solidFill>
                        <a:schemeClr val="bg1"/>
                      </a:solidFill>
                    </a:lnL>
                    <a:lnB w="12700" algn="ctr">
                      <a:noFill/>
                    </a:lnB>
                    <a:solidFill>
                      <a:schemeClr val="accent4"/>
                    </a:solid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12700" algn="ctr">
                      <a:no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12700" algn="ctr">
                      <a:no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12700" algn="ctr">
                      <a:no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12700" algn="ctr">
                      <a:no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12700" algn="ctr">
                      <a:no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12700" algn="ctr">
                      <a:no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lang="de-DE" sz="1200" b="1" i="0" u="none" strike="noStrike" cap="none" spc="0">
                        <a:ln>
                          <a:noFill/>
                        </a:ln>
                        <a:solidFill>
                          <a:prstClr val="black"/>
                        </a:solidFill>
                        <a:latin typeface="Arial"/>
                        <a:ea typeface="Arial"/>
                        <a:cs typeface="Arial"/>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6350" algn="ctr">
                      <a:no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6350" algn="ctr">
                      <a:no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6350" algn="ctr">
                      <a:no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6350" algn="ctr">
                      <a:no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solidFill>
                        <a:schemeClr val="tx2"/>
                      </a:solidFill>
                    </a:lnR>
                    <a:lnT w="3175" algn="ctr">
                      <a:solidFill>
                        <a:schemeClr val="tx2"/>
                      </a:solidFill>
                    </a:lnT>
                    <a:lnB w="6350" algn="ctr">
                      <a:no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T w="3175" algn="ctr">
                      <a:solidFill>
                        <a:schemeClr val="tx2"/>
                      </a:solidFill>
                    </a:lnT>
                    <a:lnB w="6350" algn="ctr">
                      <a:noFill/>
                    </a:lnB>
                    <a:noFill/>
                  </a:tcPr>
                </a:tc>
              </a:tr>
            </a:tbl>
          </a:graphicData>
        </a:graphic>
      </p:graphicFrame>
      <p:sp>
        <p:nvSpPr>
          <p:cNvPr id="1304663006" name="Titel 12"/>
          <p:cNvSpPr>
            <a:spLocks noGrp="1"/>
          </p:cNvSpPr>
          <p:nvPr>
            <p:ph type="title"/>
          </p:nvPr>
        </p:nvSpPr>
        <p:spPr bwMode="auto"/>
        <p:txBody>
          <a:bodyPr/>
          <a:lstStyle/>
          <a:p>
            <a:pPr>
              <a:defRPr/>
            </a:pPr>
            <a:r>
              <a:rPr lang="de-DE"/>
              <a:t>Inhaltsfolie | Tabellenbeispiel</a:t>
            </a:r>
            <a:endParaRPr/>
          </a:p>
        </p:txBody>
      </p:sp>
      <p:sp>
        <p:nvSpPr>
          <p:cNvPr id="1572057979" name="Textplatzhalter 14"/>
          <p:cNvSpPr>
            <a:spLocks noGrp="1"/>
          </p:cNvSpPr>
          <p:nvPr>
            <p:ph type="body" sz="quarter" idx="37"/>
          </p:nvPr>
        </p:nvSpPr>
        <p:spPr bwMode="auto"/>
        <p:txBody>
          <a:bodyPr/>
          <a:lstStyle/>
          <a:p>
            <a:pPr>
              <a:defRPr/>
            </a:pPr>
            <a:r>
              <a:rPr lang="de-DE"/>
              <a:t>Subheadline möglich. Gegebenenfalls löschen.</a:t>
            </a:r>
            <a:endParaRPr/>
          </a:p>
        </p:txBody>
      </p:sp>
      <p:sp>
        <p:nvSpPr>
          <p:cNvPr id="796854676" name="Bildplatzhalter 4"/>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9691996" name="Datumsplatzhalter 1"/>
          <p:cNvSpPr>
            <a:spLocks noGrp="1"/>
          </p:cNvSpPr>
          <p:nvPr>
            <p:ph type="dt" sz="half" idx="10"/>
          </p:nvPr>
        </p:nvSpPr>
        <p:spPr bwMode="auto"/>
        <p:txBody>
          <a:bodyPr/>
          <a:lstStyle/>
          <a:p>
            <a:pPr>
              <a:defRPr/>
            </a:pPr>
            <a:fld id="{073596C1-9F56-4D30-A58F-BF17C205388A}" type="datetime4">
              <a:rPr lang="de-DE"/>
              <a:t>3. August 2026</a:t>
            </a:fld>
            <a:endParaRPr lang="de-DE"/>
          </a:p>
        </p:txBody>
      </p:sp>
      <p:sp>
        <p:nvSpPr>
          <p:cNvPr id="699058952" name="Fußzeilenplatzhalter 2"/>
          <p:cNvSpPr>
            <a:spLocks noGrp="1"/>
          </p:cNvSpPr>
          <p:nvPr>
            <p:ph type="ftr" sz="quarter" idx="11"/>
          </p:nvPr>
        </p:nvSpPr>
        <p:spPr bwMode="auto"/>
        <p:txBody>
          <a:bodyPr/>
          <a:lstStyle/>
          <a:p>
            <a:pPr>
              <a:defRPr/>
            </a:pPr>
            <a:r>
              <a:rPr lang="de-DE"/>
              <a:t>Technische Fakultät</a:t>
            </a:r>
            <a:endParaRPr lang="de-DE"/>
          </a:p>
        </p:txBody>
      </p:sp>
      <p:sp>
        <p:nvSpPr>
          <p:cNvPr id="1559533877" name="Foliennummernplatzhalter 3"/>
          <p:cNvSpPr>
            <a:spLocks noGrp="1"/>
          </p:cNvSpPr>
          <p:nvPr>
            <p:ph type="sldNum" sz="quarter" idx="12"/>
          </p:nvPr>
        </p:nvSpPr>
        <p:spPr bwMode="auto"/>
        <p:txBody>
          <a:bodyPr/>
          <a:lstStyle/>
          <a:p>
            <a:pPr>
              <a:defRPr/>
            </a:pPr>
            <a:fld id="{D949F9DF-37BD-4CD6-BF49-65BA579E1D7A}" type="slidenum">
              <a:rPr lang="de-DE"/>
              <a:t>20</a:t>
            </a:fld>
            <a:endParaRPr lang="de-DE"/>
          </a:p>
        </p:txBody>
      </p:sp>
      <p:sp>
        <p:nvSpPr>
          <p:cNvPr id="1433603150" name="Textplatzhalter 7"/>
          <p:cNvSpPr>
            <a:spLocks noGrp="1"/>
          </p:cNvSpPr>
          <p:nvPr>
            <p:ph type="body" sz="quarter" idx="15"/>
          </p:nvPr>
        </p:nvSpPr>
        <p:spPr bwMode="auto"/>
        <p:txBody>
          <a:bodyPr/>
          <a:lstStyle/>
          <a:p>
            <a:pPr>
              <a:defRPr/>
            </a:pPr>
            <a:r>
              <a:rPr lang="de-DE" b="1"/>
              <a:t>Lorem ipsum dolor sit amet,</a:t>
            </a:r>
            <a:endParaRPr/>
          </a:p>
          <a:p>
            <a:pPr>
              <a:defRPr/>
            </a:pPr>
            <a:r>
              <a:rPr lang="de-DE"/>
              <a:t>consetetur sadipscing elitr, sed diam nonumy eirmod tempor invidunt ut labore et dolore magna aliquyam erat, sed diam voluptua.</a:t>
            </a:r>
            <a:endParaRPr/>
          </a:p>
          <a:p>
            <a:pPr lvl="1">
              <a:defRPr/>
            </a:pPr>
            <a:r>
              <a:rPr lang="de-DE"/>
              <a:t>At vero eos et accusam et justo duo dolores et ea rebum. Stet clita kasd gubergren, no sea takimata sanctus.</a:t>
            </a:r>
            <a:endParaRPr/>
          </a:p>
        </p:txBody>
      </p:sp>
      <p:sp>
        <p:nvSpPr>
          <p:cNvPr id="1761610742" name="Titel 12"/>
          <p:cNvSpPr>
            <a:spLocks noGrp="1"/>
          </p:cNvSpPr>
          <p:nvPr>
            <p:ph type="title"/>
          </p:nvPr>
        </p:nvSpPr>
        <p:spPr bwMode="auto"/>
        <p:txBody>
          <a:bodyPr/>
          <a:lstStyle/>
          <a:p>
            <a:pPr>
              <a:defRPr/>
            </a:pPr>
            <a:r>
              <a:rPr lang="de-DE"/>
              <a:t>Inhaltsfolie mit Text | Tabellenbeispiel</a:t>
            </a:r>
            <a:endParaRPr/>
          </a:p>
        </p:txBody>
      </p:sp>
      <p:graphicFrame>
        <p:nvGraphicFramePr>
          <p:cNvPr id="571724507" name="Inhaltsplatzhalter 7"/>
          <p:cNvGraphicFramePr>
            <a:graphicFrameLocks xmlns:a="http://schemas.openxmlformats.org/drawingml/2006/main" noGrp="1"/>
          </p:cNvGraphicFramePr>
          <p:nvPr>
            <p:ph sz="quarter" idx="16"/>
          </p:nvPr>
        </p:nvGraphicFramePr>
        <p:xfrm rot="0">
          <a:off x="517525" y="1631950"/>
          <a:ext cx="7364411" cy="4567241"/>
        </p:xfrm>
        <a:graphic>
          <a:graphicData uri="http://schemas.openxmlformats.org/drawingml/2006/table">
            <a:tbl>
              <a:tblPr firstRow="0" firstCol="0" lastRow="0" lastCol="0" bandRow="1" bandCol="0">
                <a:tableStyleId>{5C22544A-7EE6-4342-B048-85BDC9FD1C3A}</a:tableStyleId>
              </a:tblPr>
              <a:tblGrid>
                <a:gridCol w="2655083"/>
                <a:gridCol w="2354663"/>
                <a:gridCol w="2354663"/>
              </a:tblGrid>
              <a:tr h="432000">
                <a:tc>
                  <a:txBody>
                    <a:bodyPr/>
                    <a:p>
                      <a:pPr>
                        <a:defRPr/>
                      </a:pPr>
                      <a:r>
                        <a:rPr lang="de-DE" sz="1400" b="1">
                          <a:solidFill>
                            <a:schemeClr val="bg1"/>
                          </a:solidFill>
                          <a:latin typeface="Arial"/>
                        </a:rPr>
                        <a:t>Lorem ipsum dolor sit amet</a:t>
                      </a:r>
                      <a:endParaRPr/>
                    </a:p>
                  </a:txBody>
                  <a:tcPr marL="108000" marR="108000" marT="36000" marB="36000" anchor="ctr">
                    <a:lnR w="6350" algn="ctr">
                      <a:solidFill>
                        <a:schemeClr val="bg1"/>
                      </a:solidFill>
                    </a:lnR>
                    <a:lnB w="12700" algn="ctr">
                      <a:noFill/>
                    </a:lnB>
                    <a:solidFill>
                      <a:schemeClr val="accent4"/>
                    </a:solidFill>
                  </a:tcPr>
                </a:tc>
                <a:tc>
                  <a:txBody>
                    <a:bodyPr/>
                    <a:p>
                      <a:pPr>
                        <a:defRPr/>
                      </a:pPr>
                      <a:r>
                        <a:rPr lang="de-DE" sz="1400" b="1">
                          <a:solidFill>
                            <a:schemeClr val="bg1"/>
                          </a:solidFill>
                          <a:latin typeface="Arial"/>
                        </a:rPr>
                        <a:t>Lorem ipsum</a:t>
                      </a:r>
                      <a:endParaRPr/>
                    </a:p>
                  </a:txBody>
                  <a:tcPr marL="108000" marR="108000" marT="36000" marB="36000" anchor="ctr">
                    <a:lnL w="6350" algn="ctr">
                      <a:solidFill>
                        <a:schemeClr val="bg1"/>
                      </a:solidFill>
                    </a:lnL>
                    <a:lnR w="6350" algn="ctr">
                      <a:solidFill>
                        <a:schemeClr val="bg1"/>
                      </a:solidFill>
                    </a:lnR>
                    <a:lnB w="12700" algn="ctr">
                      <a:noFill/>
                    </a:lnB>
                    <a:solidFill>
                      <a:schemeClr val="accent4"/>
                    </a:solidFill>
                  </a:tcPr>
                </a:tc>
                <a:tc>
                  <a:txBody>
                    <a:bodyPr/>
                    <a:p>
                      <a:pPr marL="0" marR="0" lvl="0" indent="0" algn="l" defTabSz="914400" rtl="0">
                        <a:lnSpc>
                          <a:spcPct val="100000"/>
                        </a:lnSpc>
                        <a:spcBef>
                          <a:spcPts val="0"/>
                        </a:spcBef>
                        <a:spcAft>
                          <a:spcPts val="0"/>
                        </a:spcAft>
                        <a:buClrTx/>
                        <a:buSzTx/>
                        <a:buFontTx/>
                        <a:buNone/>
                        <a:defRPr/>
                      </a:pPr>
                      <a:r>
                        <a:rPr lang="de-DE" sz="1400" b="1" i="0" u="none" strike="noStrike" cap="none" spc="0">
                          <a:ln>
                            <a:noFill/>
                          </a:ln>
                          <a:solidFill>
                            <a:schemeClr val="bg1"/>
                          </a:solidFill>
                          <a:latin typeface="Arial"/>
                          <a:ea typeface="Arial"/>
                          <a:cs typeface="Arial"/>
                        </a:rPr>
                        <a:t>Lorem ipsum</a:t>
                      </a:r>
                      <a:endParaRPr/>
                    </a:p>
                  </a:txBody>
                  <a:tcPr marL="108000" marR="108000" marT="36000" marB="36000" anchor="ctr">
                    <a:lnL w="6350" algn="ctr">
                      <a:solidFill>
                        <a:schemeClr val="bg1"/>
                      </a:solidFill>
                    </a:lnL>
                    <a:lnR w="3175" algn="ctr">
                      <a:noFill/>
                    </a:lnR>
                    <a:lnB w="12700" algn="ctr">
                      <a:noFill/>
                    </a:lnB>
                    <a:solidFill>
                      <a:schemeClr val="accent4"/>
                    </a:solid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12700" algn="ctr">
                      <a:no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12700" algn="ctr">
                      <a:no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12700" algn="ctr">
                      <a:no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lang="de-DE" sz="1200" b="1" i="0" u="none" strike="noStrike" cap="none" spc="0">
                        <a:ln>
                          <a:noFill/>
                        </a:ln>
                        <a:solidFill>
                          <a:prstClr val="black"/>
                        </a:solidFill>
                        <a:latin typeface="Arial"/>
                        <a:ea typeface="Arial"/>
                        <a:cs typeface="Arial"/>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lang="de-DE" sz="1200" b="1" i="0" u="none" strike="noStrike" cap="none" spc="0">
                        <a:ln>
                          <a:noFill/>
                        </a:ln>
                        <a:solidFill>
                          <a:prstClr val="black"/>
                        </a:solidFill>
                        <a:latin typeface="Arial"/>
                        <a:ea typeface="Arial"/>
                        <a:cs typeface="Arial"/>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3175" algn="ctr">
                      <a:solidFill>
                        <a:schemeClr val="tx2"/>
                      </a:solid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3175" algn="ctr">
                      <a:solidFill>
                        <a:schemeClr val="tx2"/>
                      </a:solid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3175" algn="ctr">
                      <a:solidFill>
                        <a:schemeClr val="tx2"/>
                      </a:solidFill>
                    </a:lnB>
                    <a:noFill/>
                  </a:tcPr>
                </a:tc>
              </a:tr>
              <a:tr h="375931">
                <a:tc>
                  <a:txBody>
                    <a:bodyPr/>
                    <a:p>
                      <a:pPr marL="0" marR="0" lvl="0" indent="0" algn="l" defTabSz="914400" rtl="0">
                        <a:lnSpc>
                          <a:spcPct val="100000"/>
                        </a:lnSpc>
                        <a:spcBef>
                          <a:spcPts val="0"/>
                        </a:spcBef>
                        <a:spcAft>
                          <a:spcPts val="0"/>
                        </a:spcAft>
                        <a:buClrTx/>
                        <a:buSzTx/>
                        <a:buFontTx/>
                        <a:buNone/>
                        <a:defRPr/>
                      </a:pPr>
                      <a:r>
                        <a:rPr lang="de-DE" sz="1200" b="1" i="0" u="none" strike="noStrike" cap="none" spc="0">
                          <a:ln>
                            <a:noFill/>
                          </a:ln>
                          <a:solidFill>
                            <a:prstClr val="black"/>
                          </a:solidFill>
                          <a:latin typeface="Arial"/>
                          <a:ea typeface="Arial"/>
                          <a:cs typeface="Arial"/>
                        </a:rPr>
                        <a:t>Lorem ipsum dolor sit amet</a:t>
                      </a:r>
                      <a:endParaRPr/>
                    </a:p>
                  </a:txBody>
                  <a:tcPr marL="108000" marR="108000" marT="36000" marB="36000" anchor="ctr">
                    <a:lnT w="3175" algn="ctr">
                      <a:solidFill>
                        <a:schemeClr val="tx2"/>
                      </a:solidFill>
                    </a:lnT>
                    <a:lnB w="6350" algn="ctr">
                      <a:noFill/>
                    </a:lnB>
                    <a:solidFill>
                      <a:schemeClr val="accent5"/>
                    </a:solid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R w="3175" algn="ctr">
                      <a:solidFill>
                        <a:schemeClr val="tx2"/>
                      </a:solidFill>
                    </a:lnR>
                    <a:lnT w="3175" algn="ctr">
                      <a:solidFill>
                        <a:schemeClr val="tx2"/>
                      </a:solidFill>
                    </a:lnT>
                    <a:lnB w="6350" algn="ctr">
                      <a:noFill/>
                    </a:lnB>
                    <a:noFill/>
                  </a:tcPr>
                </a:tc>
                <a:tc>
                  <a:txBody>
                    <a:bodyPr/>
                    <a:p>
                      <a:pPr>
                        <a:defRPr/>
                      </a:pPr>
                      <a:r>
                        <a:rPr lang="de-DE" sz="1200" b="0" i="0" u="none" strike="noStrike" cap="none" spc="0">
                          <a:ln>
                            <a:noFill/>
                          </a:ln>
                          <a:solidFill>
                            <a:prstClr val="black"/>
                          </a:solidFill>
                          <a:latin typeface="Arial"/>
                          <a:ea typeface="Arial"/>
                          <a:cs typeface="Arial"/>
                        </a:rPr>
                        <a:t>xxxx</a:t>
                      </a:r>
                      <a:endParaRPr lang="de-DE" sz="1200">
                        <a:solidFill>
                          <a:schemeClr val="tx1"/>
                        </a:solidFill>
                        <a:latin typeface="Arial"/>
                      </a:endParaRPr>
                    </a:p>
                  </a:txBody>
                  <a:tcPr marL="108000" marR="108000" marT="36000" marB="36000" anchor="ctr">
                    <a:lnL w="3175" algn="ctr">
                      <a:solidFill>
                        <a:schemeClr val="tx2"/>
                      </a:solidFill>
                    </a:lnL>
                    <a:lnR w="3175" algn="ctr">
                      <a:noFill/>
                    </a:lnR>
                    <a:lnT w="3175" algn="ctr">
                      <a:solidFill>
                        <a:schemeClr val="tx2"/>
                      </a:solidFill>
                    </a:lnT>
                    <a:lnB w="6350" algn="ctr">
                      <a:noFill/>
                    </a:lnB>
                    <a:noFill/>
                  </a:tcPr>
                </a:tc>
              </a:tr>
            </a:tbl>
          </a:graphicData>
        </a:graphic>
      </p:graphicFrame>
      <p:sp>
        <p:nvSpPr>
          <p:cNvPr id="2029025203" name="Textplatzhalter 5"/>
          <p:cNvSpPr>
            <a:spLocks noGrp="1"/>
          </p:cNvSpPr>
          <p:nvPr>
            <p:ph type="body" sz="quarter" idx="37"/>
          </p:nvPr>
        </p:nvSpPr>
        <p:spPr bwMode="auto"/>
        <p:txBody>
          <a:bodyPr/>
          <a:lstStyle/>
          <a:p>
            <a:pPr>
              <a:defRPr/>
            </a:pPr>
            <a:r>
              <a:rPr lang="de-DE"/>
              <a:t>Subheadline möglich. Gegebenenfalls löschen.</a:t>
            </a:r>
            <a:endParaRPr/>
          </a:p>
        </p:txBody>
      </p:sp>
      <p:sp>
        <p:nvSpPr>
          <p:cNvPr id="1023452749" name="Bildplatzhalter 4"/>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1524236" name="Titel 8"/>
          <p:cNvSpPr>
            <a:spLocks noGrp="1"/>
          </p:cNvSpPr>
          <p:nvPr>
            <p:ph type="title"/>
          </p:nvPr>
        </p:nvSpPr>
        <p:spPr bwMode="auto"/>
        <p:txBody>
          <a:bodyPr/>
          <a:lstStyle/>
          <a:p>
            <a:pPr>
              <a:defRPr/>
            </a:pPr>
            <a:r>
              <a:rPr lang="de-DE"/>
              <a:t>Folie zur freien Gestaltung | Grau</a:t>
            </a:r>
            <a:endParaRPr/>
          </a:p>
        </p:txBody>
      </p:sp>
      <p:sp>
        <p:nvSpPr>
          <p:cNvPr id="101302189" name="Datumsplatzhalter 1"/>
          <p:cNvSpPr>
            <a:spLocks noGrp="1"/>
          </p:cNvSpPr>
          <p:nvPr>
            <p:ph type="dt" sz="half" idx="10"/>
          </p:nvPr>
        </p:nvSpPr>
        <p:spPr bwMode="auto"/>
        <p:txBody>
          <a:bodyPr/>
          <a:lstStyle/>
          <a:p>
            <a:pPr>
              <a:defRPr/>
            </a:pPr>
            <a:fld id="{0532A23F-A806-413B-951F-BBFAA5F46258}" type="datetime4">
              <a:rPr lang="de-DE"/>
              <a:t>3. August 2026</a:t>
            </a:fld>
            <a:endParaRPr lang="de-DE"/>
          </a:p>
        </p:txBody>
      </p:sp>
      <p:sp>
        <p:nvSpPr>
          <p:cNvPr id="262559171" name="Fußzeilenplatzhalter 2"/>
          <p:cNvSpPr>
            <a:spLocks noGrp="1"/>
          </p:cNvSpPr>
          <p:nvPr>
            <p:ph type="ftr" sz="quarter" idx="11"/>
          </p:nvPr>
        </p:nvSpPr>
        <p:spPr bwMode="auto"/>
        <p:txBody>
          <a:bodyPr/>
          <a:lstStyle/>
          <a:p>
            <a:pPr>
              <a:defRPr/>
            </a:pPr>
            <a:r>
              <a:rPr lang="de-DE"/>
              <a:t>Technische Fakultät</a:t>
            </a:r>
            <a:endParaRPr lang="de-DE"/>
          </a:p>
        </p:txBody>
      </p:sp>
      <p:sp>
        <p:nvSpPr>
          <p:cNvPr id="1400768475" name="Foliennummernplatzhalter 3"/>
          <p:cNvSpPr>
            <a:spLocks noGrp="1"/>
          </p:cNvSpPr>
          <p:nvPr>
            <p:ph type="sldNum" sz="quarter" idx="12"/>
          </p:nvPr>
        </p:nvSpPr>
        <p:spPr bwMode="auto"/>
        <p:txBody>
          <a:bodyPr/>
          <a:lstStyle/>
          <a:p>
            <a:pPr>
              <a:defRPr/>
            </a:pPr>
            <a:fld id="{D949F9DF-37BD-4CD6-BF49-65BA579E1D7A}" type="slidenum">
              <a:rPr lang="de-DE"/>
              <a:t>21</a:t>
            </a:fld>
            <a:endParaRPr lang="de-DE"/>
          </a:p>
        </p:txBody>
      </p:sp>
      <p:sp>
        <p:nvSpPr>
          <p:cNvPr id="1866250983" name="Textplatzhalter 9"/>
          <p:cNvSpPr>
            <a:spLocks noGrp="1"/>
          </p:cNvSpPr>
          <p:nvPr>
            <p:ph type="body" sz="quarter" idx="23"/>
          </p:nvPr>
        </p:nvSpPr>
        <p:spPr bwMode="auto"/>
        <p:txBody>
          <a:bodyPr/>
          <a:lstStyle/>
          <a:p>
            <a:pPr>
              <a:defRPr/>
            </a:pPr>
            <a:r>
              <a:rPr lang="de-DE"/>
              <a:t>Subheadline möglich. Gegebenenfalls löschen.</a:t>
            </a:r>
            <a:endParaRPr/>
          </a:p>
        </p:txBody>
      </p:sp>
      <p:sp>
        <p:nvSpPr>
          <p:cNvPr id="743716608" name="Bildplatzhalter 4"/>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7661920" name="Titel 9"/>
          <p:cNvSpPr>
            <a:spLocks noGrp="1"/>
          </p:cNvSpPr>
          <p:nvPr>
            <p:ph type="title"/>
          </p:nvPr>
        </p:nvSpPr>
        <p:spPr bwMode="auto"/>
        <p:txBody>
          <a:bodyPr/>
          <a:lstStyle/>
          <a:p>
            <a:pPr>
              <a:defRPr/>
            </a:pPr>
            <a:r>
              <a:rPr lang="de-DE"/>
              <a:t>Folie zur freien Gestaltung | Beispiel: Zeitstrahl</a:t>
            </a:r>
            <a:endParaRPr/>
          </a:p>
        </p:txBody>
      </p:sp>
      <p:sp>
        <p:nvSpPr>
          <p:cNvPr id="64062078" name="Datumsplatzhalter 1"/>
          <p:cNvSpPr>
            <a:spLocks noGrp="1"/>
          </p:cNvSpPr>
          <p:nvPr>
            <p:ph type="dt" sz="half" idx="10"/>
          </p:nvPr>
        </p:nvSpPr>
        <p:spPr bwMode="auto"/>
        <p:txBody>
          <a:bodyPr/>
          <a:lstStyle/>
          <a:p>
            <a:pPr>
              <a:defRPr/>
            </a:pPr>
            <a:fld id="{62F5D5BF-D54C-40C1-B77A-5E0C697F45DB}" type="datetime4">
              <a:rPr lang="de-DE"/>
              <a:t>3. August 2026</a:t>
            </a:fld>
            <a:endParaRPr lang="de-DE"/>
          </a:p>
        </p:txBody>
      </p:sp>
      <p:sp>
        <p:nvSpPr>
          <p:cNvPr id="655980092" name="Fußzeilenplatzhalter 2"/>
          <p:cNvSpPr>
            <a:spLocks noGrp="1"/>
          </p:cNvSpPr>
          <p:nvPr>
            <p:ph type="ftr" sz="quarter" idx="11"/>
          </p:nvPr>
        </p:nvSpPr>
        <p:spPr bwMode="auto"/>
        <p:txBody>
          <a:bodyPr/>
          <a:lstStyle/>
          <a:p>
            <a:pPr>
              <a:defRPr/>
            </a:pPr>
            <a:r>
              <a:rPr lang="de-DE"/>
              <a:t>Technische Fakultät</a:t>
            </a:r>
            <a:endParaRPr lang="de-DE"/>
          </a:p>
        </p:txBody>
      </p:sp>
      <p:sp>
        <p:nvSpPr>
          <p:cNvPr id="1721488999" name="Foliennummernplatzhalter 3"/>
          <p:cNvSpPr>
            <a:spLocks noGrp="1"/>
          </p:cNvSpPr>
          <p:nvPr>
            <p:ph type="sldNum" sz="quarter" idx="12"/>
          </p:nvPr>
        </p:nvSpPr>
        <p:spPr bwMode="auto"/>
        <p:txBody>
          <a:bodyPr/>
          <a:lstStyle/>
          <a:p>
            <a:pPr>
              <a:defRPr/>
            </a:pPr>
            <a:fld id="{D949F9DF-37BD-4CD6-BF49-65BA579E1D7A}" type="slidenum">
              <a:rPr lang="de-DE"/>
              <a:t>22</a:t>
            </a:fld>
            <a:endParaRPr lang="de-DE"/>
          </a:p>
        </p:txBody>
      </p:sp>
      <p:sp>
        <p:nvSpPr>
          <p:cNvPr id="968774129" name="Textplatzhalter 10"/>
          <p:cNvSpPr>
            <a:spLocks noGrp="1"/>
          </p:cNvSpPr>
          <p:nvPr>
            <p:ph type="body" sz="quarter" idx="23"/>
          </p:nvPr>
        </p:nvSpPr>
        <p:spPr bwMode="auto"/>
        <p:txBody>
          <a:bodyPr/>
          <a:lstStyle/>
          <a:p>
            <a:pPr>
              <a:defRPr/>
            </a:pPr>
            <a:r>
              <a:rPr lang="de-DE"/>
              <a:t>Subheadline möglich. Gegebenenfalls löschen.</a:t>
            </a:r>
            <a:endParaRPr/>
          </a:p>
        </p:txBody>
      </p:sp>
      <p:sp>
        <p:nvSpPr>
          <p:cNvPr id="1562758155" name="Bildplatzhalter 4"/>
          <p:cNvSpPr>
            <a:spLocks noGrp="1"/>
          </p:cNvSpPr>
          <p:nvPr>
            <p:ph type="pic" sz="quarter" idx="39"/>
          </p:nvPr>
        </p:nvSpPr>
        <p:spPr bwMode="auto"/>
        <p:txBody>
          <a:bodyPr/>
          <a:lstStyle/>
          <a:p>
            <a:pPr>
              <a:defRPr/>
            </a:pPr>
            <a:endParaRPr lang="de-DE"/>
          </a:p>
        </p:txBody>
      </p:sp>
      <p:cxnSp>
        <p:nvCxnSpPr>
          <p:cNvPr id="1144710896" name="Gerader Verbinder 8"/>
          <p:cNvCxnSpPr/>
          <p:nvPr/>
        </p:nvCxnSpPr>
        <p:spPr bwMode="auto">
          <a:xfrm>
            <a:off x="518317" y="3786038"/>
            <a:ext cx="11157746"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810194526" name="Rechteck 12"/>
          <p:cNvSpPr/>
          <p:nvPr/>
        </p:nvSpPr>
        <p:spPr bwMode="auto">
          <a:xfrm>
            <a:off x="87831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01</a:t>
            </a:r>
            <a:endParaRPr lang="de-DE" b="1" i="0" u="none" strike="noStrike" cap="none" spc="0">
              <a:ln>
                <a:noFill/>
              </a:ln>
              <a:solidFill>
                <a:schemeClr val="bg1"/>
              </a:solidFill>
              <a:ea typeface="Arial"/>
              <a:cs typeface="Arial"/>
            </a:endParaRPr>
          </a:p>
        </p:txBody>
      </p:sp>
      <p:sp>
        <p:nvSpPr>
          <p:cNvPr id="41623249" name="Textfeld 13"/>
          <p:cNvSpPr txBox="1"/>
          <p:nvPr/>
        </p:nvSpPr>
        <p:spPr bwMode="auto">
          <a:xfrm>
            <a:off x="1238317" y="1987930"/>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ea typeface="Arial"/>
                <a:cs typeface="Arial"/>
              </a:rPr>
              <a:t>XXXX</a:t>
            </a:r>
            <a:br>
              <a:rPr lang="de-DE" sz="1400" b="0" i="0" u="none" strike="noStrike" cap="none" spc="0">
                <a:ln>
                  <a:noFill/>
                </a:ln>
                <a:ea typeface="Arial"/>
                <a:cs typeface="Arial"/>
              </a:rPr>
            </a:br>
            <a:r>
              <a:rPr lang="de-DE" sz="1400" b="0" i="0" u="none" strike="noStrike" cap="none" spc="0">
                <a:ln>
                  <a:noFill/>
                </a:ln>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ea typeface="Arial"/>
                <a:cs typeface="Arial"/>
              </a:rPr>
              <a:t>dolor sit amet, conse</a:t>
            </a:r>
            <a:br>
              <a:rPr lang="de-DE" sz="1400" b="0" i="0" u="none" strike="noStrike" cap="none" spc="0">
                <a:ln>
                  <a:noFill/>
                </a:ln>
                <a:ea typeface="Arial"/>
                <a:cs typeface="Arial"/>
              </a:rPr>
            </a:br>
            <a:r>
              <a:rPr lang="de-DE" sz="1400" b="0" i="0" u="none" strike="noStrike" cap="none" spc="0">
                <a:ln>
                  <a:noFill/>
                </a:ln>
                <a:ea typeface="Arial"/>
                <a:cs typeface="Arial"/>
              </a:rPr>
              <a:t>tetur sadipscing elitr.</a:t>
            </a:r>
            <a:endParaRPr/>
          </a:p>
        </p:txBody>
      </p:sp>
      <p:cxnSp>
        <p:nvCxnSpPr>
          <p:cNvPr id="1924857315" name="Gerader Verbinder 14"/>
          <p:cNvCxnSpPr/>
          <p:nvPr/>
        </p:nvCxnSpPr>
        <p:spPr bwMode="auto">
          <a:xfrm>
            <a:off x="105831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104871802" name="Rechteck 15"/>
          <p:cNvSpPr/>
          <p:nvPr/>
        </p:nvSpPr>
        <p:spPr bwMode="auto">
          <a:xfrm>
            <a:off x="253628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02</a:t>
            </a:r>
            <a:endParaRPr lang="de-DE" b="1" i="0" u="none" strike="noStrike" cap="none" spc="0">
              <a:ln>
                <a:noFill/>
              </a:ln>
              <a:solidFill>
                <a:schemeClr val="bg1"/>
              </a:solidFill>
              <a:ea typeface="Arial"/>
              <a:cs typeface="Arial"/>
            </a:endParaRPr>
          </a:p>
        </p:txBody>
      </p:sp>
      <p:sp>
        <p:nvSpPr>
          <p:cNvPr id="722573768" name="Textfeld 16"/>
          <p:cNvSpPr txBox="1"/>
          <p:nvPr/>
        </p:nvSpPr>
        <p:spPr bwMode="auto">
          <a:xfrm>
            <a:off x="2896282" y="4500708"/>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ea typeface="Arial"/>
                <a:cs typeface="Arial"/>
              </a:rPr>
              <a:t>XXXX</a:t>
            </a:r>
            <a:br>
              <a:rPr lang="de-DE" sz="1400" b="0" i="0" u="none" strike="noStrike" cap="none" spc="0">
                <a:ln>
                  <a:noFill/>
                </a:ln>
                <a:ea typeface="Arial"/>
                <a:cs typeface="Arial"/>
              </a:rPr>
            </a:br>
            <a:r>
              <a:rPr lang="de-DE" sz="1400" b="0" i="0" u="none" strike="noStrike" cap="none" spc="0">
                <a:ln>
                  <a:noFill/>
                </a:ln>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ea typeface="Arial"/>
                <a:cs typeface="Arial"/>
              </a:rPr>
              <a:t>dolor sit amet, conse</a:t>
            </a:r>
            <a:br>
              <a:rPr lang="de-DE" sz="1400" b="0" i="0" u="none" strike="noStrike" cap="none" spc="0">
                <a:ln>
                  <a:noFill/>
                </a:ln>
                <a:ea typeface="Arial"/>
                <a:cs typeface="Arial"/>
              </a:rPr>
            </a:br>
            <a:r>
              <a:rPr lang="de-DE" sz="1400" b="0" i="0" u="none" strike="noStrike" cap="none" spc="0">
                <a:ln>
                  <a:noFill/>
                </a:ln>
                <a:ea typeface="Arial"/>
                <a:cs typeface="Arial"/>
              </a:rPr>
              <a:t>tetur sadipscing elitr.</a:t>
            </a:r>
            <a:endParaRPr/>
          </a:p>
        </p:txBody>
      </p:sp>
      <p:cxnSp>
        <p:nvCxnSpPr>
          <p:cNvPr id="981423788" name="Gerader Verbinder 17"/>
          <p:cNvCxnSpPr/>
          <p:nvPr/>
        </p:nvCxnSpPr>
        <p:spPr bwMode="auto">
          <a:xfrm>
            <a:off x="271628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600325655" name="Rechteck 18"/>
          <p:cNvSpPr/>
          <p:nvPr/>
        </p:nvSpPr>
        <p:spPr bwMode="auto">
          <a:xfrm>
            <a:off x="419424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03</a:t>
            </a:r>
            <a:endParaRPr lang="de-DE" b="1" i="0" u="none" strike="noStrike" cap="none" spc="0">
              <a:ln>
                <a:noFill/>
              </a:ln>
              <a:solidFill>
                <a:schemeClr val="bg1"/>
              </a:solidFill>
              <a:ea typeface="Arial"/>
              <a:cs typeface="Arial"/>
            </a:endParaRPr>
          </a:p>
        </p:txBody>
      </p:sp>
      <p:sp>
        <p:nvSpPr>
          <p:cNvPr id="1939772080" name="Textfeld 19"/>
          <p:cNvSpPr txBox="1"/>
          <p:nvPr/>
        </p:nvSpPr>
        <p:spPr bwMode="auto">
          <a:xfrm>
            <a:off x="4554247" y="1987930"/>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ea typeface="Arial"/>
                <a:cs typeface="Arial"/>
              </a:rPr>
              <a:t>XXXX</a:t>
            </a:r>
            <a:br>
              <a:rPr lang="de-DE" sz="1400" b="0" i="0" u="none" strike="noStrike" cap="none" spc="0">
                <a:ln>
                  <a:noFill/>
                </a:ln>
                <a:ea typeface="Arial"/>
                <a:cs typeface="Arial"/>
              </a:rPr>
            </a:br>
            <a:r>
              <a:rPr lang="de-DE" sz="1400" b="0" i="0" u="none" strike="noStrike" cap="none" spc="0">
                <a:ln>
                  <a:noFill/>
                </a:ln>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ea typeface="Arial"/>
                <a:cs typeface="Arial"/>
              </a:rPr>
              <a:t>dolor sit amet, conse</a:t>
            </a:r>
            <a:br>
              <a:rPr lang="de-DE" sz="1400" b="0" i="0" u="none" strike="noStrike" cap="none" spc="0">
                <a:ln>
                  <a:noFill/>
                </a:ln>
                <a:ea typeface="Arial"/>
                <a:cs typeface="Arial"/>
              </a:rPr>
            </a:br>
            <a:r>
              <a:rPr lang="de-DE" sz="1400" b="0" i="0" u="none" strike="noStrike" cap="none" spc="0">
                <a:ln>
                  <a:noFill/>
                </a:ln>
                <a:ea typeface="Arial"/>
                <a:cs typeface="Arial"/>
              </a:rPr>
              <a:t>tetur sadipscing elitr.</a:t>
            </a:r>
            <a:endParaRPr/>
          </a:p>
        </p:txBody>
      </p:sp>
      <p:cxnSp>
        <p:nvCxnSpPr>
          <p:cNvPr id="333383748" name="Gerader Verbinder 20"/>
          <p:cNvCxnSpPr/>
          <p:nvPr/>
        </p:nvCxnSpPr>
        <p:spPr bwMode="auto">
          <a:xfrm>
            <a:off x="437424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734715560" name="Rechteck 21"/>
          <p:cNvSpPr/>
          <p:nvPr/>
        </p:nvSpPr>
        <p:spPr bwMode="auto">
          <a:xfrm>
            <a:off x="585221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04</a:t>
            </a:r>
            <a:endParaRPr lang="de-DE" b="1" i="0" u="none" strike="noStrike" cap="none" spc="0">
              <a:ln>
                <a:noFill/>
              </a:ln>
              <a:solidFill>
                <a:schemeClr val="bg1"/>
              </a:solidFill>
              <a:ea typeface="Arial"/>
              <a:cs typeface="Arial"/>
            </a:endParaRPr>
          </a:p>
        </p:txBody>
      </p:sp>
      <p:sp>
        <p:nvSpPr>
          <p:cNvPr id="67873742" name="Textfeld 22"/>
          <p:cNvSpPr txBox="1"/>
          <p:nvPr/>
        </p:nvSpPr>
        <p:spPr bwMode="auto">
          <a:xfrm>
            <a:off x="6212212" y="4500708"/>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ea typeface="Arial"/>
                <a:cs typeface="Arial"/>
              </a:rPr>
              <a:t>XXXX</a:t>
            </a:r>
            <a:br>
              <a:rPr lang="de-DE" sz="1400" b="0" i="0" u="none" strike="noStrike" cap="none" spc="0">
                <a:ln>
                  <a:noFill/>
                </a:ln>
                <a:ea typeface="Arial"/>
                <a:cs typeface="Arial"/>
              </a:rPr>
            </a:br>
            <a:r>
              <a:rPr lang="de-DE" sz="1400" b="0" i="0" u="none" strike="noStrike" cap="none" spc="0">
                <a:ln>
                  <a:noFill/>
                </a:ln>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ea typeface="Arial"/>
                <a:cs typeface="Arial"/>
              </a:rPr>
              <a:t>dolor sit amet, conse</a:t>
            </a:r>
            <a:br>
              <a:rPr lang="de-DE" sz="1400" b="0" i="0" u="none" strike="noStrike" cap="none" spc="0">
                <a:ln>
                  <a:noFill/>
                </a:ln>
                <a:ea typeface="Arial"/>
                <a:cs typeface="Arial"/>
              </a:rPr>
            </a:br>
            <a:r>
              <a:rPr lang="de-DE" sz="1400" b="0" i="0" u="none" strike="noStrike" cap="none" spc="0">
                <a:ln>
                  <a:noFill/>
                </a:ln>
                <a:ea typeface="Arial"/>
                <a:cs typeface="Arial"/>
              </a:rPr>
              <a:t>tetur sadipscing elitr.</a:t>
            </a:r>
            <a:endParaRPr/>
          </a:p>
        </p:txBody>
      </p:sp>
      <p:cxnSp>
        <p:nvCxnSpPr>
          <p:cNvPr id="817998122" name="Gerader Verbinder 23"/>
          <p:cNvCxnSpPr/>
          <p:nvPr/>
        </p:nvCxnSpPr>
        <p:spPr bwMode="auto">
          <a:xfrm>
            <a:off x="603221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560380591" name="Rechteck 24"/>
          <p:cNvSpPr/>
          <p:nvPr/>
        </p:nvSpPr>
        <p:spPr bwMode="auto">
          <a:xfrm>
            <a:off x="751017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05</a:t>
            </a:r>
            <a:endParaRPr lang="de-DE" b="1" i="0" u="none" strike="noStrike" cap="none" spc="0">
              <a:ln>
                <a:noFill/>
              </a:ln>
              <a:solidFill>
                <a:schemeClr val="bg1"/>
              </a:solidFill>
              <a:ea typeface="Arial"/>
              <a:cs typeface="Arial"/>
            </a:endParaRPr>
          </a:p>
        </p:txBody>
      </p:sp>
      <p:sp>
        <p:nvSpPr>
          <p:cNvPr id="1852899605" name="Textfeld 25"/>
          <p:cNvSpPr txBox="1"/>
          <p:nvPr/>
        </p:nvSpPr>
        <p:spPr bwMode="auto">
          <a:xfrm>
            <a:off x="7870177" y="1987930"/>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ea typeface="Arial"/>
                <a:cs typeface="Arial"/>
              </a:rPr>
              <a:t>XXXX</a:t>
            </a:r>
            <a:br>
              <a:rPr lang="de-DE" sz="1400" b="0" i="0" u="none" strike="noStrike" cap="none" spc="0">
                <a:ln>
                  <a:noFill/>
                </a:ln>
                <a:ea typeface="Arial"/>
                <a:cs typeface="Arial"/>
              </a:rPr>
            </a:br>
            <a:r>
              <a:rPr lang="de-DE" sz="1400" b="0" i="0" u="none" strike="noStrike" cap="none" spc="0">
                <a:ln>
                  <a:noFill/>
                </a:ln>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ea typeface="Arial"/>
                <a:cs typeface="Arial"/>
              </a:rPr>
              <a:t>dolor sit amet, conse</a:t>
            </a:r>
            <a:br>
              <a:rPr lang="de-DE" sz="1400" b="0" i="0" u="none" strike="noStrike" cap="none" spc="0">
                <a:ln>
                  <a:noFill/>
                </a:ln>
                <a:ea typeface="Arial"/>
                <a:cs typeface="Arial"/>
              </a:rPr>
            </a:br>
            <a:r>
              <a:rPr lang="de-DE" sz="1400" b="0" i="0" u="none" strike="noStrike" cap="none" spc="0">
                <a:ln>
                  <a:noFill/>
                </a:ln>
                <a:ea typeface="Arial"/>
                <a:cs typeface="Arial"/>
              </a:rPr>
              <a:t>tetur sadipscing elitr.</a:t>
            </a:r>
            <a:endParaRPr/>
          </a:p>
        </p:txBody>
      </p:sp>
      <p:cxnSp>
        <p:nvCxnSpPr>
          <p:cNvPr id="351733189" name="Gerader Verbinder 26"/>
          <p:cNvCxnSpPr/>
          <p:nvPr/>
        </p:nvCxnSpPr>
        <p:spPr bwMode="auto">
          <a:xfrm>
            <a:off x="769017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59972733" name="Rechteck 27"/>
          <p:cNvSpPr/>
          <p:nvPr/>
        </p:nvSpPr>
        <p:spPr bwMode="auto">
          <a:xfrm>
            <a:off x="916814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06</a:t>
            </a:r>
            <a:endParaRPr lang="de-DE" b="1" i="0" u="none" strike="noStrike" cap="none" spc="0">
              <a:ln>
                <a:noFill/>
              </a:ln>
              <a:solidFill>
                <a:schemeClr val="bg1"/>
              </a:solidFill>
              <a:ea typeface="Arial"/>
              <a:cs typeface="Arial"/>
            </a:endParaRPr>
          </a:p>
        </p:txBody>
      </p:sp>
      <p:sp>
        <p:nvSpPr>
          <p:cNvPr id="1139009" name="Textfeld 28"/>
          <p:cNvSpPr txBox="1"/>
          <p:nvPr/>
        </p:nvSpPr>
        <p:spPr bwMode="auto">
          <a:xfrm>
            <a:off x="9528143" y="4500708"/>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ea typeface="Arial"/>
                <a:cs typeface="Arial"/>
              </a:rPr>
              <a:t>XXXX</a:t>
            </a:r>
            <a:br>
              <a:rPr lang="de-DE" sz="1400" b="0" i="0" u="none" strike="noStrike" cap="none" spc="0">
                <a:ln>
                  <a:noFill/>
                </a:ln>
                <a:ea typeface="Arial"/>
                <a:cs typeface="Arial"/>
              </a:rPr>
            </a:br>
            <a:r>
              <a:rPr lang="de-DE" sz="1400" b="0" i="0" u="none" strike="noStrike" cap="none" spc="0">
                <a:ln>
                  <a:noFill/>
                </a:ln>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ea typeface="Arial"/>
                <a:cs typeface="Arial"/>
              </a:rPr>
              <a:t>dolor sit amet, conse</a:t>
            </a:r>
            <a:br>
              <a:rPr lang="de-DE" sz="1400" b="0" i="0" u="none" strike="noStrike" cap="none" spc="0">
                <a:ln>
                  <a:noFill/>
                </a:ln>
                <a:ea typeface="Arial"/>
                <a:cs typeface="Arial"/>
              </a:rPr>
            </a:br>
            <a:r>
              <a:rPr lang="de-DE" sz="1400" b="0" i="0" u="none" strike="noStrike" cap="none" spc="0">
                <a:ln>
                  <a:noFill/>
                </a:ln>
                <a:ea typeface="Arial"/>
                <a:cs typeface="Arial"/>
              </a:rPr>
              <a:t>tetur sadipscing elitr.</a:t>
            </a:r>
            <a:endParaRPr/>
          </a:p>
        </p:txBody>
      </p:sp>
      <p:cxnSp>
        <p:nvCxnSpPr>
          <p:cNvPr id="1378700445" name="Gerader Verbinder 29"/>
          <p:cNvCxnSpPr/>
          <p:nvPr/>
        </p:nvCxnSpPr>
        <p:spPr bwMode="auto">
          <a:xfrm>
            <a:off x="934814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2732202" name="Titel 8"/>
          <p:cNvSpPr>
            <a:spLocks noGrp="1"/>
          </p:cNvSpPr>
          <p:nvPr>
            <p:ph type="title"/>
          </p:nvPr>
        </p:nvSpPr>
        <p:spPr bwMode="auto"/>
        <p:txBody>
          <a:bodyPr/>
          <a:lstStyle/>
          <a:p>
            <a:pPr>
              <a:defRPr/>
            </a:pPr>
            <a:r>
              <a:rPr lang="de-DE"/>
              <a:t>Folie zur freien Gestaltung | weiß</a:t>
            </a:r>
            <a:endParaRPr/>
          </a:p>
        </p:txBody>
      </p:sp>
      <p:sp>
        <p:nvSpPr>
          <p:cNvPr id="2006975992" name="Datumsplatzhalter 1"/>
          <p:cNvSpPr>
            <a:spLocks noGrp="1"/>
          </p:cNvSpPr>
          <p:nvPr>
            <p:ph type="dt" sz="half" idx="10"/>
          </p:nvPr>
        </p:nvSpPr>
        <p:spPr bwMode="auto"/>
        <p:txBody>
          <a:bodyPr/>
          <a:lstStyle/>
          <a:p>
            <a:pPr>
              <a:defRPr/>
            </a:pPr>
            <a:fld id="{0E4D118B-0174-49D6-A16B-0E6F3FB79176}" type="datetime4">
              <a:rPr lang="de-DE"/>
              <a:t>3. August 2026</a:t>
            </a:fld>
            <a:endParaRPr lang="de-DE"/>
          </a:p>
        </p:txBody>
      </p:sp>
      <p:sp>
        <p:nvSpPr>
          <p:cNvPr id="488121672" name="Fußzeilenplatzhalter 2"/>
          <p:cNvSpPr>
            <a:spLocks noGrp="1"/>
          </p:cNvSpPr>
          <p:nvPr>
            <p:ph type="ftr" sz="quarter" idx="11"/>
          </p:nvPr>
        </p:nvSpPr>
        <p:spPr bwMode="auto"/>
        <p:txBody>
          <a:bodyPr/>
          <a:lstStyle/>
          <a:p>
            <a:pPr>
              <a:defRPr/>
            </a:pPr>
            <a:r>
              <a:rPr lang="de-DE"/>
              <a:t>Technische Fakultät</a:t>
            </a:r>
            <a:endParaRPr lang="de-DE"/>
          </a:p>
        </p:txBody>
      </p:sp>
      <p:sp>
        <p:nvSpPr>
          <p:cNvPr id="1990110559" name="Foliennummernplatzhalter 3"/>
          <p:cNvSpPr>
            <a:spLocks noGrp="1"/>
          </p:cNvSpPr>
          <p:nvPr>
            <p:ph type="sldNum" sz="quarter" idx="12"/>
          </p:nvPr>
        </p:nvSpPr>
        <p:spPr bwMode="auto"/>
        <p:txBody>
          <a:bodyPr/>
          <a:lstStyle/>
          <a:p>
            <a:pPr>
              <a:defRPr/>
            </a:pPr>
            <a:fld id="{D949F9DF-37BD-4CD6-BF49-65BA579E1D7A}" type="slidenum">
              <a:rPr lang="de-DE"/>
              <a:t>23</a:t>
            </a:fld>
            <a:endParaRPr lang="de-DE"/>
          </a:p>
        </p:txBody>
      </p:sp>
      <p:sp>
        <p:nvSpPr>
          <p:cNvPr id="1891019664" name="Textplatzhalter 9"/>
          <p:cNvSpPr>
            <a:spLocks noGrp="1"/>
          </p:cNvSpPr>
          <p:nvPr>
            <p:ph type="body" sz="quarter" idx="37"/>
          </p:nvPr>
        </p:nvSpPr>
        <p:spPr bwMode="auto"/>
        <p:txBody>
          <a:bodyPr/>
          <a:lstStyle/>
          <a:p>
            <a:pPr>
              <a:defRPr/>
            </a:pPr>
            <a:r>
              <a:rPr lang="de-DE"/>
              <a:t>Subheadline möglich. Gegebenenfalls löschen.</a:t>
            </a:r>
            <a:endParaRPr/>
          </a:p>
        </p:txBody>
      </p:sp>
      <p:sp>
        <p:nvSpPr>
          <p:cNvPr id="2143161574" name="Bildplatzhalter 4"/>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9513850" name="Titel 9"/>
          <p:cNvSpPr>
            <a:spLocks noGrp="1"/>
          </p:cNvSpPr>
          <p:nvPr>
            <p:ph type="title"/>
          </p:nvPr>
        </p:nvSpPr>
        <p:spPr bwMode="auto"/>
        <p:txBody>
          <a:bodyPr/>
          <a:lstStyle/>
          <a:p>
            <a:pPr>
              <a:defRPr/>
            </a:pPr>
            <a:r>
              <a:rPr lang="de-DE"/>
              <a:t>Folie zur freien Gestaltung | Beispiel: Zeitstrahl</a:t>
            </a:r>
            <a:endParaRPr/>
          </a:p>
        </p:txBody>
      </p:sp>
      <p:sp>
        <p:nvSpPr>
          <p:cNvPr id="972152520" name="Datumsplatzhalter 1"/>
          <p:cNvSpPr>
            <a:spLocks noGrp="1"/>
          </p:cNvSpPr>
          <p:nvPr>
            <p:ph type="dt" sz="half" idx="10"/>
          </p:nvPr>
        </p:nvSpPr>
        <p:spPr bwMode="auto"/>
        <p:txBody>
          <a:bodyPr/>
          <a:lstStyle/>
          <a:p>
            <a:pPr>
              <a:defRPr/>
            </a:pPr>
            <a:fld id="{217FA5F6-7035-4F9C-A34B-BAB7EC483CE5}" type="datetime4">
              <a:rPr lang="de-DE"/>
              <a:t>3. August 2026</a:t>
            </a:fld>
            <a:endParaRPr lang="de-DE"/>
          </a:p>
        </p:txBody>
      </p:sp>
      <p:sp>
        <p:nvSpPr>
          <p:cNvPr id="1906298727" name="Fußzeilenplatzhalter 2"/>
          <p:cNvSpPr>
            <a:spLocks noGrp="1"/>
          </p:cNvSpPr>
          <p:nvPr>
            <p:ph type="ftr" sz="quarter" idx="11"/>
          </p:nvPr>
        </p:nvSpPr>
        <p:spPr bwMode="auto"/>
        <p:txBody>
          <a:bodyPr/>
          <a:lstStyle/>
          <a:p>
            <a:pPr>
              <a:defRPr/>
            </a:pPr>
            <a:r>
              <a:rPr lang="de-DE"/>
              <a:t>Technische Fakultät</a:t>
            </a:r>
            <a:endParaRPr lang="de-DE"/>
          </a:p>
        </p:txBody>
      </p:sp>
      <p:sp>
        <p:nvSpPr>
          <p:cNvPr id="183017268" name="Foliennummernplatzhalter 3"/>
          <p:cNvSpPr>
            <a:spLocks noGrp="1"/>
          </p:cNvSpPr>
          <p:nvPr>
            <p:ph type="sldNum" sz="quarter" idx="12"/>
          </p:nvPr>
        </p:nvSpPr>
        <p:spPr bwMode="auto"/>
        <p:txBody>
          <a:bodyPr/>
          <a:lstStyle/>
          <a:p>
            <a:pPr>
              <a:defRPr/>
            </a:pPr>
            <a:fld id="{D949F9DF-37BD-4CD6-BF49-65BA579E1D7A}" type="slidenum">
              <a:rPr lang="de-DE"/>
              <a:t>24</a:t>
            </a:fld>
            <a:endParaRPr lang="de-DE"/>
          </a:p>
        </p:txBody>
      </p:sp>
      <p:sp>
        <p:nvSpPr>
          <p:cNvPr id="1465552576" name="Textplatzhalter 10"/>
          <p:cNvSpPr>
            <a:spLocks noGrp="1"/>
          </p:cNvSpPr>
          <p:nvPr>
            <p:ph type="body" sz="quarter" idx="37"/>
          </p:nvPr>
        </p:nvSpPr>
        <p:spPr bwMode="auto"/>
        <p:txBody>
          <a:bodyPr/>
          <a:lstStyle/>
          <a:p>
            <a:pPr>
              <a:defRPr/>
            </a:pPr>
            <a:r>
              <a:rPr lang="de-DE"/>
              <a:t>Subheadline möglich. Gegebenenfalls löschen.</a:t>
            </a:r>
            <a:endParaRPr/>
          </a:p>
        </p:txBody>
      </p:sp>
      <p:sp>
        <p:nvSpPr>
          <p:cNvPr id="1980090633" name="Bildplatzhalter 4"/>
          <p:cNvSpPr>
            <a:spLocks noGrp="1"/>
          </p:cNvSpPr>
          <p:nvPr>
            <p:ph type="pic" sz="quarter" idx="39"/>
          </p:nvPr>
        </p:nvSpPr>
        <p:spPr bwMode="auto"/>
        <p:txBody>
          <a:bodyPr/>
          <a:lstStyle/>
          <a:p>
            <a:pPr>
              <a:defRPr/>
            </a:pPr>
            <a:endParaRPr lang="de-DE"/>
          </a:p>
        </p:txBody>
      </p:sp>
      <p:cxnSp>
        <p:nvCxnSpPr>
          <p:cNvPr id="1162917142" name="Gerader Verbinder 13"/>
          <p:cNvCxnSpPr/>
          <p:nvPr/>
        </p:nvCxnSpPr>
        <p:spPr bwMode="auto">
          <a:xfrm>
            <a:off x="518317" y="3786038"/>
            <a:ext cx="11157746" cy="0"/>
          </a:xfrm>
          <a:prstGeom prst="line">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724525624" name="Rechteck 18"/>
          <p:cNvSpPr/>
          <p:nvPr/>
        </p:nvSpPr>
        <p:spPr bwMode="auto">
          <a:xfrm>
            <a:off x="87831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01</a:t>
            </a:r>
            <a:endParaRPr lang="de-DE" b="1" i="0" u="none" strike="noStrike" cap="none" spc="0">
              <a:ln>
                <a:noFill/>
              </a:ln>
              <a:solidFill>
                <a:schemeClr val="bg1"/>
              </a:solidFill>
              <a:ea typeface="Arial"/>
              <a:cs typeface="Arial"/>
            </a:endParaRPr>
          </a:p>
        </p:txBody>
      </p:sp>
      <p:sp>
        <p:nvSpPr>
          <p:cNvPr id="167464359" name="Textfeld 19"/>
          <p:cNvSpPr txBox="1"/>
          <p:nvPr/>
        </p:nvSpPr>
        <p:spPr bwMode="auto">
          <a:xfrm>
            <a:off x="1238317" y="1987930"/>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solidFill>
                  <a:prstClr val="black"/>
                </a:solidFill>
                <a:ea typeface="Arial"/>
                <a:cs typeface="Arial"/>
              </a:rPr>
              <a:t>XXXX</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solidFill>
                  <a:prstClr val="black"/>
                </a:solidFill>
                <a:ea typeface="Arial"/>
                <a:cs typeface="Arial"/>
              </a:rPr>
              <a:t>dolor sit amet, conse</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tetur sadipscing elitr.</a:t>
            </a:r>
            <a:endParaRPr/>
          </a:p>
        </p:txBody>
      </p:sp>
      <p:cxnSp>
        <p:nvCxnSpPr>
          <p:cNvPr id="517682489" name="Gerader Verbinder 21"/>
          <p:cNvCxnSpPr/>
          <p:nvPr/>
        </p:nvCxnSpPr>
        <p:spPr bwMode="auto">
          <a:xfrm>
            <a:off x="105831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677884317" name="Rechteck 27"/>
          <p:cNvSpPr/>
          <p:nvPr/>
        </p:nvSpPr>
        <p:spPr bwMode="auto">
          <a:xfrm>
            <a:off x="253628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02</a:t>
            </a:r>
            <a:endParaRPr lang="de-DE" b="1" i="0" u="none" strike="noStrike" cap="none" spc="0">
              <a:ln>
                <a:noFill/>
              </a:ln>
              <a:solidFill>
                <a:schemeClr val="bg1"/>
              </a:solidFill>
              <a:ea typeface="Arial"/>
              <a:cs typeface="Arial"/>
            </a:endParaRPr>
          </a:p>
        </p:txBody>
      </p:sp>
      <p:sp>
        <p:nvSpPr>
          <p:cNvPr id="1333158389" name="Textfeld 28"/>
          <p:cNvSpPr txBox="1"/>
          <p:nvPr/>
        </p:nvSpPr>
        <p:spPr bwMode="auto">
          <a:xfrm>
            <a:off x="2896282" y="4500708"/>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solidFill>
                  <a:prstClr val="black"/>
                </a:solidFill>
                <a:ea typeface="Arial"/>
                <a:cs typeface="Arial"/>
              </a:rPr>
              <a:t>XXXX</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solidFill>
                  <a:prstClr val="black"/>
                </a:solidFill>
                <a:ea typeface="Arial"/>
                <a:cs typeface="Arial"/>
              </a:rPr>
              <a:t>dolor sit amet, conse</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tetur sadipscing elitr.</a:t>
            </a:r>
            <a:endParaRPr/>
          </a:p>
        </p:txBody>
      </p:sp>
      <p:cxnSp>
        <p:nvCxnSpPr>
          <p:cNvPr id="741348875" name="Gerader Verbinder 29"/>
          <p:cNvCxnSpPr/>
          <p:nvPr/>
        </p:nvCxnSpPr>
        <p:spPr bwMode="auto">
          <a:xfrm>
            <a:off x="271628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006562293" name="Rechteck 32"/>
          <p:cNvSpPr/>
          <p:nvPr/>
        </p:nvSpPr>
        <p:spPr bwMode="auto">
          <a:xfrm>
            <a:off x="419424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03</a:t>
            </a:r>
            <a:endParaRPr lang="de-DE" b="1" i="0" u="none" strike="noStrike" cap="none" spc="0">
              <a:ln>
                <a:noFill/>
              </a:ln>
              <a:solidFill>
                <a:schemeClr val="bg1"/>
              </a:solidFill>
              <a:ea typeface="Arial"/>
              <a:cs typeface="Arial"/>
            </a:endParaRPr>
          </a:p>
        </p:txBody>
      </p:sp>
      <p:sp>
        <p:nvSpPr>
          <p:cNvPr id="1422162153" name="Textfeld 33"/>
          <p:cNvSpPr txBox="1"/>
          <p:nvPr/>
        </p:nvSpPr>
        <p:spPr bwMode="auto">
          <a:xfrm>
            <a:off x="4554247" y="1987930"/>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solidFill>
                  <a:prstClr val="black"/>
                </a:solidFill>
                <a:ea typeface="Arial"/>
                <a:cs typeface="Arial"/>
              </a:rPr>
              <a:t>XXXX</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solidFill>
                  <a:prstClr val="black"/>
                </a:solidFill>
                <a:ea typeface="Arial"/>
                <a:cs typeface="Arial"/>
              </a:rPr>
              <a:t>dolor sit amet, conse</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tetur sadipscing elitr.</a:t>
            </a:r>
            <a:endParaRPr/>
          </a:p>
        </p:txBody>
      </p:sp>
      <p:cxnSp>
        <p:nvCxnSpPr>
          <p:cNvPr id="1682666597" name="Gerader Verbinder 34"/>
          <p:cNvCxnSpPr/>
          <p:nvPr/>
        </p:nvCxnSpPr>
        <p:spPr bwMode="auto">
          <a:xfrm>
            <a:off x="437424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873819035" name="Rechteck 36"/>
          <p:cNvSpPr/>
          <p:nvPr/>
        </p:nvSpPr>
        <p:spPr bwMode="auto">
          <a:xfrm>
            <a:off x="585221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04</a:t>
            </a:r>
            <a:endParaRPr lang="de-DE" b="1" i="0" u="none" strike="noStrike" cap="none" spc="0">
              <a:ln>
                <a:noFill/>
              </a:ln>
              <a:solidFill>
                <a:schemeClr val="bg1"/>
              </a:solidFill>
              <a:ea typeface="Arial"/>
              <a:cs typeface="Arial"/>
            </a:endParaRPr>
          </a:p>
        </p:txBody>
      </p:sp>
      <p:sp>
        <p:nvSpPr>
          <p:cNvPr id="1312075006" name="Textfeld 37"/>
          <p:cNvSpPr txBox="1"/>
          <p:nvPr/>
        </p:nvSpPr>
        <p:spPr bwMode="auto">
          <a:xfrm>
            <a:off x="6212212" y="4500708"/>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solidFill>
                  <a:prstClr val="black"/>
                </a:solidFill>
                <a:ea typeface="Arial"/>
                <a:cs typeface="Arial"/>
              </a:rPr>
              <a:t>XXXX</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solidFill>
                  <a:prstClr val="black"/>
                </a:solidFill>
                <a:ea typeface="Arial"/>
                <a:cs typeface="Arial"/>
              </a:rPr>
              <a:t>dolor sit amet, conse</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tetur sadipscing elitr.</a:t>
            </a:r>
            <a:endParaRPr/>
          </a:p>
        </p:txBody>
      </p:sp>
      <p:cxnSp>
        <p:nvCxnSpPr>
          <p:cNvPr id="1346418896" name="Gerader Verbinder 38"/>
          <p:cNvCxnSpPr/>
          <p:nvPr/>
        </p:nvCxnSpPr>
        <p:spPr bwMode="auto">
          <a:xfrm>
            <a:off x="603221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501181748" name="Rechteck 40"/>
          <p:cNvSpPr/>
          <p:nvPr/>
        </p:nvSpPr>
        <p:spPr bwMode="auto">
          <a:xfrm>
            <a:off x="751017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05</a:t>
            </a:r>
            <a:endParaRPr lang="de-DE" b="1" i="0" u="none" strike="noStrike" cap="none" spc="0">
              <a:ln>
                <a:noFill/>
              </a:ln>
              <a:solidFill>
                <a:schemeClr val="bg1"/>
              </a:solidFill>
              <a:ea typeface="Arial"/>
              <a:cs typeface="Arial"/>
            </a:endParaRPr>
          </a:p>
        </p:txBody>
      </p:sp>
      <p:sp>
        <p:nvSpPr>
          <p:cNvPr id="889868822" name="Textfeld 41"/>
          <p:cNvSpPr txBox="1"/>
          <p:nvPr/>
        </p:nvSpPr>
        <p:spPr bwMode="auto">
          <a:xfrm>
            <a:off x="7870177" y="1987930"/>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solidFill>
                  <a:prstClr val="black"/>
                </a:solidFill>
                <a:ea typeface="Arial"/>
                <a:cs typeface="Arial"/>
              </a:rPr>
              <a:t>XXXX</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solidFill>
                  <a:prstClr val="black"/>
                </a:solidFill>
                <a:ea typeface="Arial"/>
                <a:cs typeface="Arial"/>
              </a:rPr>
              <a:t>dolor sit amet, conse</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tetur sadipscing elitr.</a:t>
            </a:r>
            <a:endParaRPr/>
          </a:p>
        </p:txBody>
      </p:sp>
      <p:cxnSp>
        <p:nvCxnSpPr>
          <p:cNvPr id="1216974603" name="Gerader Verbinder 42"/>
          <p:cNvCxnSpPr/>
          <p:nvPr/>
        </p:nvCxnSpPr>
        <p:spPr bwMode="auto">
          <a:xfrm>
            <a:off x="769017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061814023" name="Rechteck 44"/>
          <p:cNvSpPr/>
          <p:nvPr/>
        </p:nvSpPr>
        <p:spPr bwMode="auto">
          <a:xfrm>
            <a:off x="9168143"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a:lnSpc>
                <a:spcPct val="110000"/>
              </a:lnSpc>
              <a:spcBef>
                <a:spcPts val="0"/>
              </a:spcBef>
              <a:spcAft>
                <a:spcPts val="1200"/>
              </a:spcAft>
              <a:buClrTx/>
              <a:buSzTx/>
              <a:buFont typeface="Arial"/>
              <a:buNone/>
              <a:defRPr/>
            </a:pPr>
            <a:r>
              <a:rPr lang="de-DE" b="1">
                <a:solidFill>
                  <a:schemeClr val="bg1"/>
                </a:solidFill>
              </a:rPr>
              <a:t>06</a:t>
            </a:r>
            <a:endParaRPr lang="de-DE" b="1" i="0" u="none" strike="noStrike" cap="none" spc="0">
              <a:ln>
                <a:noFill/>
              </a:ln>
              <a:solidFill>
                <a:schemeClr val="bg1"/>
              </a:solidFill>
              <a:ea typeface="Arial"/>
              <a:cs typeface="Arial"/>
            </a:endParaRPr>
          </a:p>
        </p:txBody>
      </p:sp>
      <p:sp>
        <p:nvSpPr>
          <p:cNvPr id="1350257090" name="Textfeld 45"/>
          <p:cNvSpPr txBox="1"/>
          <p:nvPr/>
        </p:nvSpPr>
        <p:spPr bwMode="auto">
          <a:xfrm>
            <a:off x="9528143" y="4500708"/>
            <a:ext cx="1785540" cy="1083438"/>
          </a:xfrm>
          <a:prstGeom prst="rect">
            <a:avLst/>
          </a:prstGeom>
          <a:noFill/>
        </p:spPr>
        <p:txBody>
          <a:bodyPr wrap="square" lIns="0" tIns="0" rIns="0" bIns="0" rtlCol="0">
            <a:noAutofit/>
          </a:bodyPr>
          <a:lstStyle/>
          <a:p>
            <a:pPr marL="0" marR="0" indent="0" algn="l" defTabSz="914400" rtl="0">
              <a:lnSpc>
                <a:spcPct val="110000"/>
              </a:lnSpc>
              <a:spcBef>
                <a:spcPts val="0"/>
              </a:spcBef>
              <a:spcAft>
                <a:spcPts val="1200"/>
              </a:spcAft>
              <a:buClrTx/>
              <a:buSzTx/>
              <a:buFont typeface="Arial"/>
              <a:buNone/>
              <a:defRPr/>
            </a:pPr>
            <a:r>
              <a:rPr lang="de-DE" sz="1400" b="1" i="0" u="none" strike="noStrike" cap="none" spc="0">
                <a:ln>
                  <a:noFill/>
                </a:ln>
                <a:solidFill>
                  <a:prstClr val="black"/>
                </a:solidFill>
                <a:ea typeface="Arial"/>
                <a:cs typeface="Arial"/>
              </a:rPr>
              <a:t>XXXX</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Lorem ipsum</a:t>
            </a:r>
            <a:endParaRPr/>
          </a:p>
          <a:p>
            <a:pPr marL="0" marR="0" indent="0" algn="l" defTabSz="914400" rtl="0">
              <a:lnSpc>
                <a:spcPct val="110000"/>
              </a:lnSpc>
              <a:spcBef>
                <a:spcPts val="0"/>
              </a:spcBef>
              <a:spcAft>
                <a:spcPts val="1200"/>
              </a:spcAft>
              <a:buClrTx/>
              <a:buSzTx/>
              <a:buFont typeface="Arial"/>
              <a:buNone/>
              <a:defRPr/>
            </a:pPr>
            <a:r>
              <a:rPr lang="de-DE" sz="1400" b="0" i="0" u="none" strike="noStrike" cap="none" spc="0">
                <a:ln>
                  <a:noFill/>
                </a:ln>
                <a:solidFill>
                  <a:prstClr val="black"/>
                </a:solidFill>
                <a:ea typeface="Arial"/>
                <a:cs typeface="Arial"/>
              </a:rPr>
              <a:t>dolor sit amet, conse</a:t>
            </a:r>
            <a:br>
              <a:rPr lang="de-DE" sz="1400" b="0" i="0" u="none" strike="noStrike" cap="none" spc="0">
                <a:ln>
                  <a:noFill/>
                </a:ln>
                <a:solidFill>
                  <a:prstClr val="black"/>
                </a:solidFill>
                <a:ea typeface="Arial"/>
                <a:cs typeface="Arial"/>
              </a:rPr>
            </a:br>
            <a:r>
              <a:rPr lang="de-DE" sz="1400" b="0" i="0" u="none" strike="noStrike" cap="none" spc="0">
                <a:ln>
                  <a:noFill/>
                </a:ln>
                <a:solidFill>
                  <a:prstClr val="black"/>
                </a:solidFill>
                <a:ea typeface="Arial"/>
                <a:cs typeface="Arial"/>
              </a:rPr>
              <a:t>tetur sadipscing elitr.</a:t>
            </a:r>
            <a:endParaRPr/>
          </a:p>
        </p:txBody>
      </p:sp>
      <p:cxnSp>
        <p:nvCxnSpPr>
          <p:cNvPr id="2027130234" name="Gerader Verbinder 46"/>
          <p:cNvCxnSpPr/>
          <p:nvPr/>
        </p:nvCxnSpPr>
        <p:spPr bwMode="auto">
          <a:xfrm>
            <a:off x="9348143"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7104618" name="Titel 6"/>
          <p:cNvSpPr>
            <a:spLocks noGrp="1"/>
          </p:cNvSpPr>
          <p:nvPr>
            <p:ph type="title"/>
          </p:nvPr>
        </p:nvSpPr>
        <p:spPr bwMode="auto"/>
        <p:txBody>
          <a:bodyPr/>
          <a:lstStyle/>
          <a:p>
            <a:pPr>
              <a:defRPr/>
            </a:pPr>
            <a:r>
              <a:rPr lang="de-DE"/>
              <a:t>Zitatfolie</a:t>
            </a:r>
            <a:endParaRPr/>
          </a:p>
        </p:txBody>
      </p:sp>
      <p:sp>
        <p:nvSpPr>
          <p:cNvPr id="1426770885" name="Datumsplatzhalter 2"/>
          <p:cNvSpPr>
            <a:spLocks noGrp="1"/>
          </p:cNvSpPr>
          <p:nvPr>
            <p:ph type="dt" sz="half" idx="10"/>
          </p:nvPr>
        </p:nvSpPr>
        <p:spPr bwMode="auto"/>
        <p:txBody>
          <a:bodyPr/>
          <a:lstStyle/>
          <a:p>
            <a:pPr>
              <a:defRPr/>
            </a:pPr>
            <a:fld id="{8541EA31-76A1-402D-A564-D80CC46D5759}" type="datetime4">
              <a:rPr lang="de-DE"/>
              <a:t>3. August 2026</a:t>
            </a:fld>
            <a:endParaRPr lang="de-DE"/>
          </a:p>
        </p:txBody>
      </p:sp>
      <p:sp>
        <p:nvSpPr>
          <p:cNvPr id="1610468484" name="Fußzeilenplatzhalter 3"/>
          <p:cNvSpPr>
            <a:spLocks noGrp="1"/>
          </p:cNvSpPr>
          <p:nvPr>
            <p:ph type="ftr" sz="quarter" idx="11"/>
          </p:nvPr>
        </p:nvSpPr>
        <p:spPr bwMode="auto"/>
        <p:txBody>
          <a:bodyPr/>
          <a:lstStyle/>
          <a:p>
            <a:pPr>
              <a:defRPr/>
            </a:pPr>
            <a:r>
              <a:rPr lang="de-DE"/>
              <a:t>Technische Fakultät</a:t>
            </a:r>
            <a:endParaRPr lang="de-DE"/>
          </a:p>
        </p:txBody>
      </p:sp>
      <p:sp>
        <p:nvSpPr>
          <p:cNvPr id="2044430965" name="Foliennummernplatzhalter 4"/>
          <p:cNvSpPr>
            <a:spLocks noGrp="1"/>
          </p:cNvSpPr>
          <p:nvPr>
            <p:ph type="sldNum" sz="quarter" idx="12"/>
          </p:nvPr>
        </p:nvSpPr>
        <p:spPr bwMode="auto"/>
        <p:txBody>
          <a:bodyPr/>
          <a:lstStyle/>
          <a:p>
            <a:pPr>
              <a:defRPr/>
            </a:pPr>
            <a:fld id="{D949F9DF-37BD-4CD6-BF49-65BA579E1D7A}" type="slidenum">
              <a:rPr lang="de-DE"/>
              <a:t>25</a:t>
            </a:fld>
            <a:endParaRPr lang="de-DE"/>
          </a:p>
        </p:txBody>
      </p:sp>
      <p:sp>
        <p:nvSpPr>
          <p:cNvPr id="650749466" name="Textplatzhalter 8"/>
          <p:cNvSpPr>
            <a:spLocks noGrp="1"/>
          </p:cNvSpPr>
          <p:nvPr>
            <p:ph type="body" sz="quarter" idx="24"/>
          </p:nvPr>
        </p:nvSpPr>
        <p:spPr bwMode="auto"/>
        <p:txBody>
          <a:bodyPr/>
          <a:lstStyle/>
          <a:p>
            <a:pPr>
              <a:defRPr/>
            </a:pPr>
            <a:r>
              <a:rPr lang="de-DE"/>
              <a:t>„Lorem ipsum dolor sit amet, consetetur sadipscing elitr, sed diam nonumy eirmod tempor invidunt ut labore et dolore magna aliquyam erat, sed diam voluptua.“</a:t>
            </a:r>
            <a:endParaRPr/>
          </a:p>
        </p:txBody>
      </p:sp>
      <p:sp>
        <p:nvSpPr>
          <p:cNvPr id="2139153436" name="Textplatzhalter 7"/>
          <p:cNvSpPr>
            <a:spLocks noGrp="1"/>
          </p:cNvSpPr>
          <p:nvPr>
            <p:ph type="body" sz="quarter" idx="37"/>
          </p:nvPr>
        </p:nvSpPr>
        <p:spPr bwMode="auto"/>
        <p:txBody>
          <a:bodyPr/>
          <a:lstStyle/>
          <a:p>
            <a:pPr>
              <a:defRPr/>
            </a:pPr>
            <a:r>
              <a:rPr lang="de-DE"/>
              <a:t>Subheadline möglich. Gegebenenfalls löschen.</a:t>
            </a:r>
            <a:endParaRPr lang="de-DE"/>
          </a:p>
        </p:txBody>
      </p:sp>
      <p:sp>
        <p:nvSpPr>
          <p:cNvPr id="1517952385" name="Bildplatzhalter 1"/>
          <p:cNvSpPr>
            <a:spLocks noGrp="1"/>
          </p:cNvSpPr>
          <p:nvPr>
            <p:ph type="pic" sz="quarter" idx="39"/>
          </p:nvPr>
        </p:nvSpPr>
        <p:spPr bwMode="auto"/>
        <p:txBody>
          <a:bodyPr/>
          <a:lstStyle/>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1366807" name="Textplatzhalter 1"/>
          <p:cNvSpPr>
            <a:spLocks noGrp="1"/>
          </p:cNvSpPr>
          <p:nvPr>
            <p:ph type="body" sz="quarter" idx="12"/>
          </p:nvPr>
        </p:nvSpPr>
        <p:spPr bwMode="auto"/>
        <p:txBody>
          <a:bodyPr/>
          <a:lstStyle/>
          <a:p>
            <a:pPr>
              <a:defRPr/>
            </a:pPr>
            <a:endParaRPr lang="en-US"/>
          </a:p>
        </p:txBody>
      </p:sp>
      <p:pic>
        <p:nvPicPr>
          <p:cNvPr id="322619827" name="Bildplatzhalter 8" descr="Ein Bild, das Text, Geschirr enthält.&#10;&#10;Automatisch generierte Beschreibung"/>
          <p:cNvPicPr>
            <a:picLocks noChangeAspect="1" noGrp="1"/>
          </p:cNvPicPr>
          <p:nvPr>
            <p:ph type="pic" sz="quarter" idx="10"/>
          </p:nvPr>
        </p:nvPicPr>
        <p:blipFill rotWithShape="1">
          <a:blip r:embed="rId3"/>
          <a:srcRect l="0" t="11875" r="0" b="11875"/>
          <a:stretch/>
        </p:blipFill>
        <p:spPr bwMode="auto">
          <a:xfrm>
            <a:off x="0" y="1294726"/>
            <a:ext cx="12192000" cy="5563275"/>
          </a:xfrm>
        </p:spPr>
      </p:pic>
      <p:sp>
        <p:nvSpPr>
          <p:cNvPr id="2097379803" name="Textplatzhalter 11"/>
          <p:cNvSpPr>
            <a:spLocks noGrp="1"/>
          </p:cNvSpPr>
          <p:nvPr>
            <p:ph type="body" sz="quarter" idx="13"/>
          </p:nvPr>
        </p:nvSpPr>
        <p:spPr bwMode="auto"/>
        <p:txBody>
          <a:bodyPr/>
          <a:lstStyle/>
          <a:p>
            <a:pPr>
              <a:defRPr/>
            </a:pPr>
            <a:r>
              <a:rPr lang="de-DE"/>
              <a:t>Vielen Dank</a:t>
            </a:r>
            <a:endParaRPr/>
          </a:p>
          <a:p>
            <a:pPr>
              <a:defRPr/>
            </a:pPr>
            <a:r>
              <a:rPr lang="de-DE"/>
              <a:t>für Ihre Aufmerksamkeit!</a:t>
            </a:r>
            <a:endParaRPr/>
          </a:p>
        </p:txBody>
      </p:sp>
      <p:sp>
        <p:nvSpPr>
          <p:cNvPr id="1386769744" name="Picture Placeholder 3"/>
          <p:cNvSpPr>
            <a:spLocks noGrp="1"/>
          </p:cNvSpPr>
          <p:nvPr>
            <p:ph type="pic" sz="quarter" idx="14"/>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prstGeom prst="rect">
          <a:avLst/>
        </a:prstGeom>
        <a:solidFill>
          <a:schemeClr val="accent6"/>
        </a:solidFill>
        <a:ln>
          <a:noFill/>
        </a:ln>
      </a:spPr>
      <a:bodyPr/>
      <a:lstStyle/>
      <a:style>
        <a:lnRef idx="2">
          <a:schemeClr val="accent1">
            <a:shade val="50000"/>
          </a:schemeClr>
        </a:lnRef>
        <a:fillRef idx="1">
          <a:schemeClr val="accent1"/>
        </a:fillRef>
        <a:effectRef idx="0">
          <a:schemeClr val="accent1"/>
        </a:effectRef>
        <a:fontRef idx="minor">
          <a:schemeClr val="lt1"/>
        </a:fontRef>
      </a:style>
    </a:spDef>
    <a:lnDef>
      <a:spPr bwMode="auto">
        <a:prstGeom prst="rect">
          <a:avLst/>
        </a:prstGeom>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theme>
</file>

<file path=ppt/theme/theme2.xml><?xml version="1.0" encoding="utf-8"?>
<a:theme xmlns:a="http://schemas.openxmlformats.org/drawingml/2006/main" xmlns:r="http://schemas.openxmlformats.org/officeDocument/2006/relationships" xmlns:p="http://schemas.openxmlformats.org/presentation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1A7FE3-81F7-4596-A188-3EE8D4188E1F">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e1a9e197-d112-4abb-aa0c-4ed035d690a3"/>
    <ds:schemaRef ds:uri="http://schemas.microsoft.com/office/infopath/2007/PartnerControls"/>
    <ds:schemaRef ds:uri="5d4c14f1-5e26-4315-944b-e10ebb29e5be"/>
    <ds:schemaRef ds:uri="http://www.w3.org/XML/1998/namespace"/>
    <ds:schemaRef ds:uri="http://www.w3.org/2001/XMLSchema-instance"/>
  </ds:schemaRefs>
</ds:datastoreItem>
</file>

<file path=customXml/itemProps2.xml><?xml version="1.0" encoding="utf-8"?>
<ds:datastoreItem xmlns:ds="http://schemas.openxmlformats.org/officeDocument/2006/customXml" ds:itemID="E457329C-FB5F-4A4D-B331-82D30E9A7432">
  <ds:schemaRefs>
    <ds:schemaRef ds:uri="http://schemas.microsoft.com/sharepoint/v3/contenttype/forms"/>
  </ds:schemaRefs>
</ds:datastoreItem>
</file>

<file path=customXml/itemProps3.xml><?xml version="1.0" encoding="utf-8"?>
<ds:datastoreItem xmlns:ds="http://schemas.openxmlformats.org/officeDocument/2006/customXml" ds:itemID="CDFBE955-EBBF-441B-94AE-DC551CE16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otalTime>0</TotalTime>
  <Words>0</Words>
  <Application>onlyoffice/9.4.1.15</Application>
  <PresentationFormat>On-screen Show (4:3)</PresentationFormat>
  <Paragraphs>0</Paragraphs>
  <Slides>26</Slides>
  <Notes>26</Notes>
  <HiddenSlides>0</HiddenSlides>
  <MMClips>2</MMClips>
  <ScaleCrop>0</ScaleCrop>
  <HeadingPairs>
    <vt:vector size="4" baseType="variant">
      <vt:variant>
        <vt:lpstr>Theme</vt:lpstr>
      </vt:variant>
      <vt:variant>
        <vt:i4>1</vt:i4>
      </vt:variant>
      <vt:variant>
        <vt:lpstr>Slide Titles</vt:lpstr>
      </vt:variant>
      <vt:variant>
        <vt:i4>26</vt:i4>
      </vt:variant>
    </vt:vector>
  </HeadingPairs>
  <TitlesOfParts>
    <vt:vector size="2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Julia Gutschmidt</dc:creator>
  <cp:lastModifiedBy>Anonymous</cp:lastModifiedBy>
  <cp:revision>140</cp:revision>
  <dcterms:created xsi:type="dcterms:W3CDTF">2021-11-18T07:49:57Z</dcterms:created>
  <dcterms:modified xsi:type="dcterms:W3CDTF">2026-08-03T15:42:28Z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