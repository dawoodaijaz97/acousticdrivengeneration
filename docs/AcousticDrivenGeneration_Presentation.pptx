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19.xml.rels" ContentType="application/vnd.openxmlformats-package.relationships+xml"/>
  <Override PartName="/ppt/media/image1.png" ContentType="image/png"/>
  <Override PartName="/ppt/media/image2.png" ContentType="image/png"/>
  <Override PartName="/ppt/media/image3.jpeg" ContentType="image/jpeg"/>
  <Override PartName="/ppt/media/image5.png" ContentType="image/png"/>
  <Override PartName="/ppt/media/image4.png" ContentType="image/png"/>
  <Override PartName="/ppt/media/image6.png" ContentType="image/png"/>
  <Override PartName="/ppt/media/image7.png" ContentType="image/png"/>
  <Override PartName="/ppt/media/image8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</p:sldMasterIdLst>
  <p:notesMasterIdLst>
    <p:notesMasterId r:id="rId22"/>
  </p:notesMasterIdLst>
  <p:sldIdLst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39" Type="http://schemas.openxmlformats.org/officeDocument/2006/relationships/slide" Target="slides/slide17.xml"/><Relationship Id="rId40" Type="http://schemas.openxmlformats.org/officeDocument/2006/relationships/slide" Target="slides/slide18.xml"/><Relationship Id="rId41" Type="http://schemas.openxmlformats.org/officeDocument/2006/relationships/slide" Target="slides/slide19.xml"/><Relationship Id="rId4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1" name="PlaceHolder 4"/>
          <p:cNvSpPr>
            <a:spLocks noGrp="1"/>
          </p:cNvSpPr>
          <p:nvPr>
            <p:ph type="dt" idx="5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2" name="PlaceHolder 5"/>
          <p:cNvSpPr>
            <a:spLocks noGrp="1"/>
          </p:cNvSpPr>
          <p:nvPr>
            <p:ph type="ftr" idx="5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3" name="PlaceHolder 6"/>
          <p:cNvSpPr>
            <a:spLocks noGrp="1"/>
          </p:cNvSpPr>
          <p:nvPr>
            <p:ph type="sldNum" idx="5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C050816-1594-4C30-8AE6-27270048934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A80C38-7F43-4E42-99EB-6A69977208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8CC6AA2-1612-47CA-B1C6-3CC22FEEF5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4D7517E-B674-4BD9-AFF1-F789C5567C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BA9295A-4C33-4EA9-9BEA-2229F7249F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2494545-A538-438A-A7E3-E1E31B8A71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0FABCE9-4940-4ABE-A337-9119FC8CAB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 |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4CE8874E-D690-4D8B-953A-C2002F1949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272EA5E-CE62-467A-BCA7-6210A997CD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2D0F19ED-C01A-40AC-8828-F3A0070642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1F4E3FD8-A51B-4904-928E-06E84B10A3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962A9A4E-E9BD-4C19-8779-C136AAD853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B5668BE9-51C4-48A1-A874-2DE1337719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7C2F3EB-7875-4DE3-9A6E-A80472CA0D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793D9F41-ABE5-4A09-9F05-B26E0C9A90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97EFFA67-AAE6-4109-BEA4-4A1ACB8BE1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6DD2B0EA-FF72-470D-B661-DBE5D655EC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1B5B55B0-276D-4FFE-9773-A34F9A2DF5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c9f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hteck 6" hidden="1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" name="Rechteck 8" hidden="1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2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3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6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9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12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3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15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6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18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9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21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2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24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5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27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8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29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30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31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2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3" name="Freihandform: Form 43" hidden="1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4" name="Rechteck 55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35" name="Gruppieren 56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36" name="Gerader Verbinder 57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7" name="Textfeld 58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" name="Gruppieren 59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39" name="Gerader Verbinder 60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0" name="Textfeld 61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" name="Gruppieren 62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42" name="Gerader Verbinder 63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3" name="Textfeld 64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" name="Gruppieren 65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45" name="Gerader Verbinder 66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6" name="Textfeld 67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7" name="Gruppieren 68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48" name="Gerader Verbinder 69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9" name="Textfeld 70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" name="Gruppieren 71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51" name="Gerader Verbinder 72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2" name="Textfeld 73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" name="Gruppieren 74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54" name="Gerader Verbinder 75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5" name="Textfeld 76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" name="Gruppieren 77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57" name="Gerader Verbinder 78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8" name="Textfeld 79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" name="Gruppieren 80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60" name="Gerader Verbinder 81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1" name="Textfeld 82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62" name="Gerader Verbinder 83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63" name="Gruppieren 84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64" name="Gerader Verbinder 85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5" name="Textfeld 86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" name="Gruppieren 2"/>
          <p:cNvGrpSpPr/>
          <p:nvPr/>
        </p:nvGrpSpPr>
        <p:grpSpPr>
          <a:xfrm>
            <a:off x="510480" y="293040"/>
            <a:ext cx="2387520" cy="300600"/>
            <a:chOff x="510480" y="293040"/>
            <a:chExt cx="2387520" cy="300600"/>
          </a:xfrm>
        </p:grpSpPr>
        <p:sp>
          <p:nvSpPr>
            <p:cNvPr id="67" name="Freihandform: Form 139"/>
            <p:cNvSpPr/>
            <p:nvPr/>
          </p:nvSpPr>
          <p:spPr>
            <a:xfrm>
              <a:off x="519120" y="299160"/>
              <a:ext cx="71280" cy="113760"/>
            </a:xfrm>
            <a:custGeom>
              <a:avLst/>
              <a:gdLst>
                <a:gd name="textAreaLeft" fmla="*/ 0 w 71280"/>
                <a:gd name="textAreaRight" fmla="*/ 72000 w 71280"/>
                <a:gd name="textAreaTop" fmla="*/ 0 h 113760"/>
                <a:gd name="textAreaBottom" fmla="*/ 114480 h 113760"/>
              </a:gdLst>
              <a:ahLst/>
              <a:rect l="textAreaLeft" t="textAreaTop" r="textAreaRight" b="textAreaBottom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8" name="Freihandform: Form 140"/>
            <p:cNvSpPr/>
            <p:nvPr/>
          </p:nvSpPr>
          <p:spPr>
            <a:xfrm>
              <a:off x="602280" y="329040"/>
              <a:ext cx="48960" cy="83880"/>
            </a:xfrm>
            <a:custGeom>
              <a:avLst/>
              <a:gdLst>
                <a:gd name="textAreaLeft" fmla="*/ 0 w 48960"/>
                <a:gd name="textAreaRight" fmla="*/ 49680 w 489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9" name="Freihandform: Form 141"/>
            <p:cNvSpPr/>
            <p:nvPr/>
          </p:nvSpPr>
          <p:spPr>
            <a:xfrm>
              <a:off x="666000" y="29412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0" name="Freihandform: Form 142"/>
            <p:cNvSpPr/>
            <p:nvPr/>
          </p:nvSpPr>
          <p:spPr>
            <a:xfrm>
              <a:off x="708120" y="32904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1" name="Freihandform: Form 143"/>
            <p:cNvSpPr/>
            <p:nvPr/>
          </p:nvSpPr>
          <p:spPr>
            <a:xfrm>
              <a:off x="800280" y="293040"/>
              <a:ext cx="76320" cy="122040"/>
            </a:xfrm>
            <a:custGeom>
              <a:avLst/>
              <a:gdLst>
                <a:gd name="textAreaLeft" fmla="*/ 0 w 76320"/>
                <a:gd name="textAreaRight" fmla="*/ 77040 w 76320"/>
                <a:gd name="textAreaTop" fmla="*/ 0 h 122040"/>
                <a:gd name="textAreaBottom" fmla="*/ 122760 h 122040"/>
              </a:gdLst>
              <a:ahLst/>
              <a:rect l="textAreaLeft" t="textAreaTop" r="textAreaRight" b="textAreaBottom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2" name="Freihandform: Form 144"/>
            <p:cNvSpPr/>
            <p:nvPr/>
          </p:nvSpPr>
          <p:spPr>
            <a:xfrm>
              <a:off x="902880" y="329040"/>
              <a:ext cx="48960" cy="83880"/>
            </a:xfrm>
            <a:custGeom>
              <a:avLst/>
              <a:gdLst>
                <a:gd name="textAreaLeft" fmla="*/ 0 w 48960"/>
                <a:gd name="textAreaRight" fmla="*/ 49680 w 489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3" name="Freihandform: Form 145"/>
            <p:cNvSpPr/>
            <p:nvPr/>
          </p:nvSpPr>
          <p:spPr>
            <a:xfrm>
              <a:off x="966240" y="29412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4" name="Freihandform: Form 146"/>
            <p:cNvSpPr/>
            <p:nvPr/>
          </p:nvSpPr>
          <p:spPr>
            <a:xfrm>
              <a:off x="1009080" y="328680"/>
              <a:ext cx="68760" cy="86040"/>
            </a:xfrm>
            <a:custGeom>
              <a:avLst/>
              <a:gdLst>
                <a:gd name="textAreaLeft" fmla="*/ 0 w 68760"/>
                <a:gd name="textAreaRight" fmla="*/ 69480 w 6876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5" name="Freihandform: Form 147"/>
            <p:cNvSpPr/>
            <p:nvPr/>
          </p:nvSpPr>
          <p:spPr>
            <a:xfrm>
              <a:off x="1095120" y="293040"/>
              <a:ext cx="70560" cy="119880"/>
            </a:xfrm>
            <a:custGeom>
              <a:avLst/>
              <a:gdLst>
                <a:gd name="textAreaLeft" fmla="*/ 0 w 70560"/>
                <a:gd name="textAreaRight" fmla="*/ 71280 w 7056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6" name="Freihandform: Form 148"/>
            <p:cNvSpPr/>
            <p:nvPr/>
          </p:nvSpPr>
          <p:spPr>
            <a:xfrm>
              <a:off x="1188360" y="353880"/>
              <a:ext cx="39600" cy="17640"/>
            </a:xfrm>
            <a:custGeom>
              <a:avLst/>
              <a:gdLst>
                <a:gd name="textAreaLeft" fmla="*/ 0 w 39600"/>
                <a:gd name="textAreaRight" fmla="*/ 40320 w 39600"/>
                <a:gd name="textAreaTop" fmla="*/ 0 h 17640"/>
                <a:gd name="textAreaBottom" fmla="*/ 18360 h 17640"/>
              </a:gdLst>
              <a:ahLst/>
              <a:rect l="textAreaLeft" t="textAreaTop" r="textAreaRight" b="textAreaBottom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7" name="Freihandform: Form 149"/>
            <p:cNvSpPr/>
            <p:nvPr/>
          </p:nvSpPr>
          <p:spPr>
            <a:xfrm>
              <a:off x="1239120" y="299160"/>
              <a:ext cx="105480" cy="11340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113400"/>
                <a:gd name="textAreaBottom" fmla="*/ 114120 h 113400"/>
              </a:gdLst>
              <a:ahLst/>
              <a:rect l="textAreaLeft" t="textAreaTop" r="textAreaRight" b="textAreaBottom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8" name="Freihandform: Form 150"/>
            <p:cNvSpPr/>
            <p:nvPr/>
          </p:nvSpPr>
          <p:spPr>
            <a:xfrm>
              <a:off x="1362600" y="293040"/>
              <a:ext cx="18360" cy="119520"/>
            </a:xfrm>
            <a:custGeom>
              <a:avLst/>
              <a:gdLst>
                <a:gd name="textAreaLeft" fmla="*/ 0 w 18360"/>
                <a:gd name="textAreaRight" fmla="*/ 19080 w 1836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9" name="Freihandform: Form 151"/>
            <p:cNvSpPr/>
            <p:nvPr/>
          </p:nvSpPr>
          <p:spPr>
            <a:xfrm>
              <a:off x="1402200" y="32904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0" name="Freihandform: Form 152"/>
            <p:cNvSpPr/>
            <p:nvPr/>
          </p:nvSpPr>
          <p:spPr>
            <a:xfrm>
              <a:off x="1488240" y="330840"/>
              <a:ext cx="78480" cy="81720"/>
            </a:xfrm>
            <a:custGeom>
              <a:avLst/>
              <a:gdLst>
                <a:gd name="textAreaLeft" fmla="*/ 0 w 78480"/>
                <a:gd name="textAreaRight" fmla="*/ 79200 w 78480"/>
                <a:gd name="textAreaTop" fmla="*/ 0 h 81720"/>
                <a:gd name="textAreaBottom" fmla="*/ 82440 h 81720"/>
              </a:gdLst>
              <a:ahLst/>
              <a:rect l="textAreaLeft" t="textAreaTop" r="textAreaRight" b="textAreaBottom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440" bIns="374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1" name="Freihandform: Form 153"/>
            <p:cNvSpPr/>
            <p:nvPr/>
          </p:nvSpPr>
          <p:spPr>
            <a:xfrm>
              <a:off x="1577520" y="329040"/>
              <a:ext cx="69120" cy="85680"/>
            </a:xfrm>
            <a:custGeom>
              <a:avLst/>
              <a:gdLst>
                <a:gd name="textAreaLeft" fmla="*/ 0 w 69120"/>
                <a:gd name="textAreaRight" fmla="*/ 69840 w 691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2" name="Freihandform: Form 154"/>
            <p:cNvSpPr/>
            <p:nvPr/>
          </p:nvSpPr>
          <p:spPr>
            <a:xfrm>
              <a:off x="1671840" y="329040"/>
              <a:ext cx="70560" cy="83880"/>
            </a:xfrm>
            <a:custGeom>
              <a:avLst/>
              <a:gdLst>
                <a:gd name="textAreaLeft" fmla="*/ 0 w 70560"/>
                <a:gd name="textAreaRight" fmla="*/ 71280 w 705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3" name="Freihandform: Form 155"/>
            <p:cNvSpPr/>
            <p:nvPr/>
          </p:nvSpPr>
          <p:spPr>
            <a:xfrm>
              <a:off x="1763280" y="293040"/>
              <a:ext cx="76320" cy="122040"/>
            </a:xfrm>
            <a:custGeom>
              <a:avLst/>
              <a:gdLst>
                <a:gd name="textAreaLeft" fmla="*/ 0 w 76320"/>
                <a:gd name="textAreaRight" fmla="*/ 77040 w 76320"/>
                <a:gd name="textAreaTop" fmla="*/ 0 h 122040"/>
                <a:gd name="textAreaBottom" fmla="*/ 122760 h 122040"/>
              </a:gdLst>
              <a:ahLst/>
              <a:rect l="textAreaLeft" t="textAreaTop" r="textAreaRight" b="textAreaBottom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4" name="Freihandform: Form 156"/>
            <p:cNvSpPr/>
            <p:nvPr/>
          </p:nvSpPr>
          <p:spPr>
            <a:xfrm>
              <a:off x="1861200" y="32904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5" name="Freihandform: Form 157"/>
            <p:cNvSpPr/>
            <p:nvPr/>
          </p:nvSpPr>
          <p:spPr>
            <a:xfrm>
              <a:off x="1958400" y="329040"/>
              <a:ext cx="48960" cy="83880"/>
            </a:xfrm>
            <a:custGeom>
              <a:avLst/>
              <a:gdLst>
                <a:gd name="textAreaLeft" fmla="*/ 0 w 48960"/>
                <a:gd name="textAreaRight" fmla="*/ 49680 w 489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6" name="Freihandform: Form 158"/>
            <p:cNvSpPr/>
            <p:nvPr/>
          </p:nvSpPr>
          <p:spPr>
            <a:xfrm>
              <a:off x="2019960" y="353880"/>
              <a:ext cx="39600" cy="17640"/>
            </a:xfrm>
            <a:custGeom>
              <a:avLst/>
              <a:gdLst>
                <a:gd name="textAreaLeft" fmla="*/ 0 w 39600"/>
                <a:gd name="textAreaRight" fmla="*/ 40320 w 39600"/>
                <a:gd name="textAreaTop" fmla="*/ 0 h 17640"/>
                <a:gd name="textAreaBottom" fmla="*/ 18360 h 17640"/>
              </a:gdLst>
              <a:ahLst/>
              <a:rect l="textAreaLeft" t="textAreaTop" r="textAreaRight" b="textAreaBottom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7" name="Freihandform: Form 159"/>
            <p:cNvSpPr/>
            <p:nvPr/>
          </p:nvSpPr>
          <p:spPr>
            <a:xfrm>
              <a:off x="2085120" y="299160"/>
              <a:ext cx="88560" cy="115560"/>
            </a:xfrm>
            <a:custGeom>
              <a:avLst/>
              <a:gdLst>
                <a:gd name="textAreaLeft" fmla="*/ 0 w 88560"/>
                <a:gd name="textAreaRight" fmla="*/ 89280 w 88560"/>
                <a:gd name="textAreaTop" fmla="*/ 0 h 115560"/>
                <a:gd name="textAreaBottom" fmla="*/ 116280 h 115560"/>
              </a:gdLst>
              <a:ahLst/>
              <a:rect l="textAreaLeft" t="textAreaTop" r="textAreaRight" b="textAreaBottom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8" name="Freihandform: Form 160"/>
            <p:cNvSpPr/>
            <p:nvPr/>
          </p:nvSpPr>
          <p:spPr>
            <a:xfrm>
              <a:off x="2200320" y="329040"/>
              <a:ext cx="70200" cy="83880"/>
            </a:xfrm>
            <a:custGeom>
              <a:avLst/>
              <a:gdLst>
                <a:gd name="textAreaLeft" fmla="*/ 0 w 70200"/>
                <a:gd name="textAreaRight" fmla="*/ 70920 w 7020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9" name="Freihandform: Form 161"/>
            <p:cNvSpPr/>
            <p:nvPr/>
          </p:nvSpPr>
          <p:spPr>
            <a:xfrm>
              <a:off x="2292840" y="29412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90" name="Freihandform: Form 162"/>
            <p:cNvSpPr/>
            <p:nvPr/>
          </p:nvSpPr>
          <p:spPr>
            <a:xfrm>
              <a:off x="2331000" y="331200"/>
              <a:ext cx="79560" cy="81720"/>
            </a:xfrm>
            <a:custGeom>
              <a:avLst/>
              <a:gdLst>
                <a:gd name="textAreaLeft" fmla="*/ 0 w 79560"/>
                <a:gd name="textAreaRight" fmla="*/ 80280 w 79560"/>
                <a:gd name="textAreaTop" fmla="*/ 0 h 81720"/>
                <a:gd name="textAreaBottom" fmla="*/ 82440 h 81720"/>
              </a:gdLst>
              <a:ahLst/>
              <a:rect l="textAreaLeft" t="textAreaTop" r="textAreaRight" b="textAreaBottom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440" bIns="374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91" name="Freihandform: Form 163"/>
            <p:cNvSpPr/>
            <p:nvPr/>
          </p:nvSpPr>
          <p:spPr>
            <a:xfrm>
              <a:off x="2420280" y="32904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92" name="Freihandform: Form 165"/>
            <p:cNvSpPr/>
            <p:nvPr/>
          </p:nvSpPr>
          <p:spPr>
            <a:xfrm>
              <a:off x="2517120" y="329040"/>
              <a:ext cx="48960" cy="83880"/>
            </a:xfrm>
            <a:custGeom>
              <a:avLst/>
              <a:gdLst>
                <a:gd name="textAreaLeft" fmla="*/ 0 w 48960"/>
                <a:gd name="textAreaRight" fmla="*/ 49680 w 489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93" name="Freihandform: Form 166"/>
            <p:cNvSpPr/>
            <p:nvPr/>
          </p:nvSpPr>
          <p:spPr>
            <a:xfrm>
              <a:off x="2575800" y="328680"/>
              <a:ext cx="63000" cy="86040"/>
            </a:xfrm>
            <a:custGeom>
              <a:avLst/>
              <a:gdLst>
                <a:gd name="textAreaLeft" fmla="*/ 0 w 63000"/>
                <a:gd name="textAreaRight" fmla="*/ 63720 w 6300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94" name="Freihandform: Form 168"/>
            <p:cNvSpPr/>
            <p:nvPr/>
          </p:nvSpPr>
          <p:spPr>
            <a:xfrm>
              <a:off x="2657520" y="29412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95" name="Freihandform: Form 169"/>
            <p:cNvSpPr/>
            <p:nvPr/>
          </p:nvSpPr>
          <p:spPr>
            <a:xfrm>
              <a:off x="2696040" y="304560"/>
              <a:ext cx="50760" cy="11016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110160"/>
                <a:gd name="textAreaBottom" fmla="*/ 110880 h 110160"/>
              </a:gdLst>
              <a:ahLst/>
              <a:rect l="textAreaLeft" t="textAreaTop" r="textAreaRight" b="textAreaBottom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96" name="Freihandform: Form 170"/>
            <p:cNvSpPr/>
            <p:nvPr/>
          </p:nvSpPr>
          <p:spPr>
            <a:xfrm>
              <a:off x="2762280" y="295920"/>
              <a:ext cx="69120" cy="119160"/>
            </a:xfrm>
            <a:custGeom>
              <a:avLst/>
              <a:gdLst>
                <a:gd name="textAreaLeft" fmla="*/ 0 w 69120"/>
                <a:gd name="textAreaRight" fmla="*/ 69840 w 69120"/>
                <a:gd name="textAreaTop" fmla="*/ 0 h 119160"/>
                <a:gd name="textAreaBottom" fmla="*/ 119880 h 119160"/>
              </a:gdLst>
              <a:ahLst/>
              <a:rect l="textAreaLeft" t="textAreaTop" r="textAreaRight" b="textAreaBottom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97" name="Freihandform: Form 171"/>
            <p:cNvSpPr/>
            <p:nvPr/>
          </p:nvSpPr>
          <p:spPr>
            <a:xfrm>
              <a:off x="2847240" y="304560"/>
              <a:ext cx="50760" cy="11016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110160"/>
                <a:gd name="textAreaBottom" fmla="*/ 110880 h 110160"/>
              </a:gdLst>
              <a:ahLst/>
              <a:rect l="textAreaLeft" t="textAreaTop" r="textAreaRight" b="textAreaBottom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98" name="Freihandform: Form 172"/>
            <p:cNvSpPr/>
            <p:nvPr/>
          </p:nvSpPr>
          <p:spPr>
            <a:xfrm>
              <a:off x="510480" y="478080"/>
              <a:ext cx="84600" cy="113400"/>
            </a:xfrm>
            <a:custGeom>
              <a:avLst/>
              <a:gdLst>
                <a:gd name="textAreaLeft" fmla="*/ 0 w 84600"/>
                <a:gd name="textAreaRight" fmla="*/ 85320 w 84600"/>
                <a:gd name="textAreaTop" fmla="*/ 0 h 113400"/>
                <a:gd name="textAreaBottom" fmla="*/ 114120 h 113400"/>
              </a:gdLst>
              <a:ahLst/>
              <a:rect l="textAreaLeft" t="textAreaTop" r="textAreaRight" b="textAreaBottom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99" name="Freihandform: Form 173"/>
            <p:cNvSpPr/>
            <p:nvPr/>
          </p:nvSpPr>
          <p:spPr>
            <a:xfrm>
              <a:off x="596520" y="50760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00" name="Freihandform: Form 174"/>
            <p:cNvSpPr/>
            <p:nvPr/>
          </p:nvSpPr>
          <p:spPr>
            <a:xfrm>
              <a:off x="688680" y="507240"/>
              <a:ext cx="68760" cy="86040"/>
            </a:xfrm>
            <a:custGeom>
              <a:avLst/>
              <a:gdLst>
                <a:gd name="textAreaLeft" fmla="*/ 0 w 68760"/>
                <a:gd name="textAreaRight" fmla="*/ 69480 w 6876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01" name="Freihandform: Form 175"/>
            <p:cNvSpPr/>
            <p:nvPr/>
          </p:nvSpPr>
          <p:spPr>
            <a:xfrm>
              <a:off x="775080" y="471600"/>
              <a:ext cx="70200" cy="119880"/>
            </a:xfrm>
            <a:custGeom>
              <a:avLst/>
              <a:gdLst>
                <a:gd name="textAreaLeft" fmla="*/ 0 w 70200"/>
                <a:gd name="textAreaRight" fmla="*/ 70920 w 7020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02" name="Freihandform: Form 176"/>
            <p:cNvSpPr/>
            <p:nvPr/>
          </p:nvSpPr>
          <p:spPr>
            <a:xfrm>
              <a:off x="870480" y="507600"/>
              <a:ext cx="70200" cy="83880"/>
            </a:xfrm>
            <a:custGeom>
              <a:avLst/>
              <a:gdLst>
                <a:gd name="textAreaLeft" fmla="*/ 0 w 70200"/>
                <a:gd name="textAreaRight" fmla="*/ 70920 w 7020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03" name="Freihandform: Form 177"/>
            <p:cNvSpPr/>
            <p:nvPr/>
          </p:nvSpPr>
          <p:spPr>
            <a:xfrm>
              <a:off x="963360" y="47268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04" name="Freihandform: Form 178"/>
            <p:cNvSpPr/>
            <p:nvPr/>
          </p:nvSpPr>
          <p:spPr>
            <a:xfrm>
              <a:off x="1002600" y="507240"/>
              <a:ext cx="63000" cy="86040"/>
            </a:xfrm>
            <a:custGeom>
              <a:avLst/>
              <a:gdLst>
                <a:gd name="textAreaLeft" fmla="*/ 0 w 63000"/>
                <a:gd name="textAreaRight" fmla="*/ 63720 w 6300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05" name="Freihandform: Form 179"/>
            <p:cNvSpPr/>
            <p:nvPr/>
          </p:nvSpPr>
          <p:spPr>
            <a:xfrm>
              <a:off x="1082160" y="507240"/>
              <a:ext cx="68760" cy="86040"/>
            </a:xfrm>
            <a:custGeom>
              <a:avLst/>
              <a:gdLst>
                <a:gd name="textAreaLeft" fmla="*/ 0 w 68760"/>
                <a:gd name="textAreaRight" fmla="*/ 69480 w 6876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06" name="Freihandform: Form 180"/>
            <p:cNvSpPr/>
            <p:nvPr/>
          </p:nvSpPr>
          <p:spPr>
            <a:xfrm>
              <a:off x="1168560" y="471600"/>
              <a:ext cx="70200" cy="119880"/>
            </a:xfrm>
            <a:custGeom>
              <a:avLst/>
              <a:gdLst>
                <a:gd name="textAreaLeft" fmla="*/ 0 w 70200"/>
                <a:gd name="textAreaRight" fmla="*/ 70920 w 7020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07" name="Freihandform: Form 181"/>
            <p:cNvSpPr/>
            <p:nvPr/>
          </p:nvSpPr>
          <p:spPr>
            <a:xfrm>
              <a:off x="1259280" y="50760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08" name="Freihandform: Form 182"/>
            <p:cNvSpPr/>
            <p:nvPr/>
          </p:nvSpPr>
          <p:spPr>
            <a:xfrm>
              <a:off x="1405080" y="478080"/>
              <a:ext cx="70920" cy="113400"/>
            </a:xfrm>
            <a:custGeom>
              <a:avLst/>
              <a:gdLst>
                <a:gd name="textAreaLeft" fmla="*/ 0 w 70920"/>
                <a:gd name="textAreaRight" fmla="*/ 71640 w 70920"/>
                <a:gd name="textAreaTop" fmla="*/ 0 h 113400"/>
                <a:gd name="textAreaBottom" fmla="*/ 114120 h 113400"/>
              </a:gdLst>
              <a:ahLst/>
              <a:rect l="textAreaLeft" t="textAreaTop" r="textAreaRight" b="textAreaBottom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09" name="Freihandform: Form 183"/>
            <p:cNvSpPr/>
            <p:nvPr/>
          </p:nvSpPr>
          <p:spPr>
            <a:xfrm>
              <a:off x="1480320" y="507600"/>
              <a:ext cx="69480" cy="85680"/>
            </a:xfrm>
            <a:custGeom>
              <a:avLst/>
              <a:gdLst>
                <a:gd name="textAreaLeft" fmla="*/ 0 w 69480"/>
                <a:gd name="textAreaRight" fmla="*/ 70200 w 6948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10" name="Freihandform: Form 184"/>
            <p:cNvSpPr/>
            <p:nvPr/>
          </p:nvSpPr>
          <p:spPr>
            <a:xfrm>
              <a:off x="1575000" y="471600"/>
              <a:ext cx="72000" cy="119880"/>
            </a:xfrm>
            <a:custGeom>
              <a:avLst/>
              <a:gdLst>
                <a:gd name="textAreaLeft" fmla="*/ 0 w 72000"/>
                <a:gd name="textAreaRight" fmla="*/ 72720 w 7200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11" name="Freihandform: Form 185"/>
            <p:cNvSpPr/>
            <p:nvPr/>
          </p:nvSpPr>
          <p:spPr>
            <a:xfrm>
              <a:off x="1661760" y="509760"/>
              <a:ext cx="70560" cy="83880"/>
            </a:xfrm>
            <a:custGeom>
              <a:avLst/>
              <a:gdLst>
                <a:gd name="textAreaLeft" fmla="*/ 0 w 70560"/>
                <a:gd name="textAreaRight" fmla="*/ 71280 w 705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12" name="Freihandform: Form 186"/>
            <p:cNvSpPr/>
            <p:nvPr/>
          </p:nvSpPr>
          <p:spPr>
            <a:xfrm>
              <a:off x="1757880" y="471240"/>
              <a:ext cx="18360" cy="119880"/>
            </a:xfrm>
            <a:custGeom>
              <a:avLst/>
              <a:gdLst>
                <a:gd name="textAreaLeft" fmla="*/ 0 w 18360"/>
                <a:gd name="textAreaRight" fmla="*/ 19080 w 1836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13" name="Freihandform: Form 187"/>
            <p:cNvSpPr/>
            <p:nvPr/>
          </p:nvSpPr>
          <p:spPr>
            <a:xfrm>
              <a:off x="1794240" y="483120"/>
              <a:ext cx="50760" cy="11016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110160"/>
                <a:gd name="textAreaBottom" fmla="*/ 110880 h 110160"/>
              </a:gdLst>
              <a:ahLst/>
              <a:rect l="textAreaLeft" t="textAreaTop" r="textAreaRight" b="textAreaBottom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14" name="Freihandform: Form 188"/>
            <p:cNvSpPr/>
            <p:nvPr/>
          </p:nvSpPr>
          <p:spPr>
            <a:xfrm>
              <a:off x="1860480" y="474120"/>
              <a:ext cx="69120" cy="119160"/>
            </a:xfrm>
            <a:custGeom>
              <a:avLst/>
              <a:gdLst>
                <a:gd name="textAreaLeft" fmla="*/ 0 w 69120"/>
                <a:gd name="textAreaRight" fmla="*/ 69840 w 69120"/>
                <a:gd name="textAreaTop" fmla="*/ 0 h 119160"/>
                <a:gd name="textAreaBottom" fmla="*/ 119880 h 119160"/>
              </a:gdLst>
              <a:ahLst/>
              <a:rect l="textAreaLeft" t="textAreaTop" r="textAreaRight" b="textAreaBottom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115" name="Freihandform: Form 189"/>
            <p:cNvSpPr/>
            <p:nvPr/>
          </p:nvSpPr>
          <p:spPr>
            <a:xfrm>
              <a:off x="1945440" y="483120"/>
              <a:ext cx="50760" cy="11016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110160"/>
                <a:gd name="textAreaBottom" fmla="*/ 110880 h 110160"/>
              </a:gdLst>
              <a:ahLst/>
              <a:rect l="textAreaLeft" t="textAreaTop" r="textAreaRight" b="textAreaBottom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</p:grpSp>
      <p:sp>
        <p:nvSpPr>
          <p:cNvPr id="116" name="Freihandform: Form 87"/>
          <p:cNvSpPr/>
          <p:nvPr/>
        </p:nvSpPr>
        <p:spPr>
          <a:xfrm>
            <a:off x="10337760" y="300600"/>
            <a:ext cx="1403280" cy="535320"/>
          </a:xfrm>
          <a:custGeom>
            <a:avLst/>
            <a:gdLst>
              <a:gd name="textAreaLeft" fmla="*/ 0 w 1403280"/>
              <a:gd name="textAreaRight" fmla="*/ 1404000 w 1403280"/>
              <a:gd name="textAreaTop" fmla="*/ 0 h 535320"/>
              <a:gd name="textAreaBottom" fmla="*/ 536040 h 535320"/>
            </a:gdLst>
            <a:ahLst/>
            <a:rect l="textAreaLeft" t="textAreaTop" r="textAreaRight" b="textAreaBottom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de-DE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pic>
        <p:nvPicPr>
          <p:cNvPr id="117" name="Grafik 3" descr=""/>
          <p:cNvPicPr/>
          <p:nvPr/>
        </p:nvPicPr>
        <p:blipFill>
          <a:blip r:embed="rId2"/>
          <a:stretch/>
        </p:blipFill>
        <p:spPr>
          <a:xfrm>
            <a:off x="8581320" y="300600"/>
            <a:ext cx="1542960" cy="540360"/>
          </a:xfrm>
          <a:prstGeom prst="rect">
            <a:avLst/>
          </a:prstGeom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hteck 6" hidden="1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21" name="Rechteck 8" hidden="1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122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123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24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5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126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27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8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129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30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1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132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33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4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135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36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7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138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39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0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141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42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3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144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45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6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147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48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49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150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151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52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3" name="Freihandform: Form 43" hidden="1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grpSp>
        <p:nvGrpSpPr>
          <p:cNvPr id="154" name="Gruppieren 3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155" name="Gerader Verbinder 4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56" name="Textfeld 5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7" name="Gruppieren 7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158" name="Gerader Verbinder 9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59" name="Textfeld 10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" name="Gruppieren 11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161" name="Gerader Verbinder 12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62" name="Textfeld 13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3" name="Gruppieren 14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164" name="Gerader Verbinder 15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65" name="Textfeld 16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6" name="Gruppieren 17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167" name="Gerader Verbinder 18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68" name="Textfeld 19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9" name="Gruppieren 20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170" name="Gerader Verbinder 21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71" name="Textfeld 22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2" name="Gruppieren 23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173" name="Gerader Verbinder 24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74" name="Textfeld 25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5" name="Gruppieren 26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176" name="Gerader Verbinder 27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77" name="Textfeld 28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8" name="Gruppieren 29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179" name="Gerader Verbinder 30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80" name="Textfeld 31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81" name="Gerader Verbinder 32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182" name="Gruppieren 33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183" name="Gerader Verbinder 34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84" name="Textfeld 35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86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187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188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89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0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191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92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3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194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95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6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197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98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9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200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01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2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203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04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5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206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07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8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209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10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1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212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13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214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215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216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17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8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219" name="Grafik 14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220" name="PlaceHolder 1"/>
          <p:cNvSpPr>
            <a:spLocks noGrp="1"/>
          </p:cNvSpPr>
          <p:nvPr>
            <p:ph type="ftr" idx="1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sldNum" idx="2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AD87FF-A73D-48F1-BCD8-2E7564FD2C5D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dt" idx="3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24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225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226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27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8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229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30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1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232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33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4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235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36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7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238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39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0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241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42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3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244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45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6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247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48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9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250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51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252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253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254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55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56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257" name="Grafik 17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258" name="PlaceHolder 1"/>
          <p:cNvSpPr>
            <a:spLocks noGrp="1"/>
          </p:cNvSpPr>
          <p:nvPr>
            <p:ph type="ftr" idx="4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ldNum" idx="5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C19F1D-9FF7-4127-B555-9080C0FA2509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dt" idx="6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62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263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264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65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6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267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68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9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270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71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2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273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74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5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276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77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8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279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80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1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282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83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4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285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86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7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288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89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290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291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292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293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94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295" name="Grafik 15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296" name="PlaceHolder 1"/>
          <p:cNvSpPr>
            <a:spLocks noGrp="1"/>
          </p:cNvSpPr>
          <p:nvPr>
            <p:ph type="ftr" idx="7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sldNum" idx="8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97D3B4-4821-4930-806A-358B29129D7D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dt" idx="9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00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301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302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03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4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305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06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7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308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09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0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311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12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3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314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15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6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317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18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9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320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21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2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323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24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5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326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27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328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329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330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31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32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333" name="Grafik 12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334" name="PlaceHolder 1"/>
          <p:cNvSpPr>
            <a:spLocks noGrp="1"/>
          </p:cNvSpPr>
          <p:nvPr>
            <p:ph type="ftr" idx="10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sldNum" idx="11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95394F-0748-4D4F-8D6D-D56A3F53DD96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dt" idx="12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38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339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340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41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2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343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44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5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346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47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8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349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50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1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352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53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4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355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56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7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358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59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0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361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62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3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364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65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366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367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368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69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70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371" name="Grafik 13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372" name="PlaceHolder 1"/>
          <p:cNvSpPr>
            <a:spLocks noGrp="1"/>
          </p:cNvSpPr>
          <p:nvPr>
            <p:ph type="ftr" idx="13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sldNum" idx="14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97F877-1218-4089-A8E5-8236DDFE89B9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dt" idx="15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376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377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378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79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0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381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82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3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384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85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6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387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88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9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390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91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2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393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94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5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396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397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8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399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00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01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402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03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404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405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406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07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08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409" name="Grafik 12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410" name="PlaceHolder 1"/>
          <p:cNvSpPr>
            <a:spLocks noGrp="1"/>
          </p:cNvSpPr>
          <p:nvPr>
            <p:ph type="ftr" idx="16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 type="sldNum" idx="17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E59353-E5B4-4209-8D3C-F8B974822065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dt" idx="18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c9f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Rechteck 6" hidden="1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414" name="Rechteck 8" hidden="1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415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416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17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18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419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20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1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422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23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4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425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26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27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428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29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0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431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32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3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434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35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6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437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38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9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440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41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442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443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444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45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46" name="Freihandform: Form 43" hidden="1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47" name="Rechteck 56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448" name="Rechteck 58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449" name="Freihandform: Form 60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de-DE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grpSp>
        <p:nvGrpSpPr>
          <p:cNvPr id="450" name="Gruppieren 10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451" name="Gerader Verbinder 11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52" name="Textfeld 12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3" name="Gruppieren 13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454" name="Gerader Verbinder 14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55" name="Textfeld 15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6" name="Gruppieren 16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457" name="Gerader Verbinder 17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58" name="Textfeld 18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59" name="Gruppieren 19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460" name="Gerader Verbinder 20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61" name="Textfeld 21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2" name="Gruppieren 22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463" name="Gerader Verbinder 23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64" name="Textfeld 24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5" name="Gruppieren 25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466" name="Gerader Verbinder 26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67" name="Textfeld 27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8" name="Gruppieren 28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469" name="Gerader Verbinder 29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70" name="Textfeld 30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71" name="Gruppieren 31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472" name="Gerader Verbinder 32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73" name="Textfeld 33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74" name="Gruppieren 34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475" name="Gerader Verbinder 35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76" name="Textfeld 36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477" name="Gerader Verbinder 37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478" name="Gruppieren 38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479" name="Gerader Verbinder 39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80" name="Textfeld 40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481" name="Grafik 42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482" name="PlaceHolder 1"/>
          <p:cNvSpPr>
            <a:spLocks noGrp="1"/>
          </p:cNvSpPr>
          <p:nvPr>
            <p:ph type="ftr" idx="19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 type="sldNum" idx="20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689E501-128D-46FB-A414-FC37BC34E032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dt" idx="21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488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489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490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91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2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493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94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5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496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497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8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499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00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1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502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03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4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505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06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07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508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09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0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511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12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3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514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15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516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517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518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19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20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521" name="Grafik 9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522" name="PlaceHolder 1"/>
          <p:cNvSpPr>
            <a:spLocks noGrp="1"/>
          </p:cNvSpPr>
          <p:nvPr>
            <p:ph type="ftr" idx="22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3" name="PlaceHolder 2"/>
          <p:cNvSpPr>
            <a:spLocks noGrp="1"/>
          </p:cNvSpPr>
          <p:nvPr>
            <p:ph type="sldNum" idx="23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F31DD6-DE53-4742-9F0D-CF796A2DE1B3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dt" idx="24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528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529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530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31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2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533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34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5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536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37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38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539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40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1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542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43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4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545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46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7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548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49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0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551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52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3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554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55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556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557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558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59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60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61" name="Rechteck 6"/>
          <p:cNvSpPr/>
          <p:nvPr/>
        </p:nvSpPr>
        <p:spPr>
          <a:xfrm>
            <a:off x="518400" y="1631160"/>
            <a:ext cx="11157120" cy="4568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80000" rIns="180000" tIns="180000" bIns="180000" anchor="ctr">
            <a:noAutofit/>
          </a:bodyPr>
          <a:p>
            <a:pPr defTabSz="914400">
              <a:lnSpc>
                <a:spcPct val="110000"/>
              </a:lnSpc>
              <a:spcAft>
                <a:spcPts val="1199"/>
              </a:spcAft>
              <a:tabLst>
                <a:tab algn="l" pos="0"/>
              </a:tabLst>
            </a:pPr>
            <a:endParaRPr b="0" lang="de-DE" sz="1600" spc="-1" strike="noStrike">
              <a:solidFill>
                <a:srgbClr val="041e42"/>
              </a:solidFill>
              <a:latin typeface="Arial"/>
              <a:ea typeface="Arial"/>
            </a:endParaRPr>
          </a:p>
        </p:txBody>
      </p:sp>
      <p:pic>
        <p:nvPicPr>
          <p:cNvPr id="562" name="Grafik 12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563" name="PlaceHolder 1"/>
          <p:cNvSpPr>
            <a:spLocks noGrp="1"/>
          </p:cNvSpPr>
          <p:nvPr>
            <p:ph type="ftr" idx="25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4" name="PlaceHolder 2"/>
          <p:cNvSpPr>
            <a:spLocks noGrp="1"/>
          </p:cNvSpPr>
          <p:nvPr>
            <p:ph type="sldNum" idx="26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A001A7-58F6-4062-BF47-40B8A3714059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dt" idx="27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569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570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571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72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3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574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75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6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577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78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79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580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81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2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583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84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5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586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87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88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589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90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1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592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93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4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595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596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597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598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599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00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01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602" name="Grafik 41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603" name="PlaceHolder 1"/>
          <p:cNvSpPr>
            <a:spLocks noGrp="1"/>
          </p:cNvSpPr>
          <p:nvPr>
            <p:ph type="ftr" idx="28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4" name="PlaceHolder 2"/>
          <p:cNvSpPr>
            <a:spLocks noGrp="1"/>
          </p:cNvSpPr>
          <p:nvPr>
            <p:ph type="sldNum" idx="29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E708DE-DC85-4C0F-9847-DC009293312E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dt" idx="30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c9f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Rechteck 6" hidden="1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609" name="Rechteck 8" hidden="1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610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611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12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3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614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15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6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617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18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19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620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21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2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623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24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5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626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27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8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629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30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1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632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33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34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635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36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637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638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639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40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41" name="Freihandform: Form 43" hidden="1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42" name="Rechteck 59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643" name="Gruppieren 55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644" name="Gerader Verbinder 61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45" name="Textfeld 62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6" name="Gruppieren 63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647" name="Gerader Verbinder 6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48" name="Textfeld 6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49" name="Gruppieren 6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650" name="Gerader Verbinder 6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51" name="Textfeld 6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2" name="Gruppieren 7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653" name="Gerader Verbinder 7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54" name="Textfeld 7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5" name="Gruppieren 7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656" name="Gerader Verbinder 7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57" name="Textfeld 7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8" name="Gruppieren 7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659" name="Gerader Verbinder 7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60" name="Textfeld 7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1" name="Gruppieren 7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662" name="Gerader Verbinder 8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63" name="Textfeld 8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4" name="Gruppieren 8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665" name="Gerader Verbinder 8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66" name="Textfeld 8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67" name="Gruppieren 85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668" name="Gerader Verbinder 8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69" name="Textfeld 8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670" name="Gerader Verbinder 88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671" name="Gruppieren 89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672" name="Gerader Verbinder 90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673" name="Textfeld 91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74" name="Gruppieren 92"/>
          <p:cNvGrpSpPr/>
          <p:nvPr/>
        </p:nvGrpSpPr>
        <p:grpSpPr>
          <a:xfrm>
            <a:off x="510480" y="293040"/>
            <a:ext cx="2387520" cy="300600"/>
            <a:chOff x="510480" y="293040"/>
            <a:chExt cx="2387520" cy="300600"/>
          </a:xfrm>
        </p:grpSpPr>
        <p:sp>
          <p:nvSpPr>
            <p:cNvPr id="675" name="Freihandform: Form 139"/>
            <p:cNvSpPr/>
            <p:nvPr/>
          </p:nvSpPr>
          <p:spPr>
            <a:xfrm>
              <a:off x="519120" y="299160"/>
              <a:ext cx="71280" cy="113760"/>
            </a:xfrm>
            <a:custGeom>
              <a:avLst/>
              <a:gdLst>
                <a:gd name="textAreaLeft" fmla="*/ 0 w 71280"/>
                <a:gd name="textAreaRight" fmla="*/ 72000 w 71280"/>
                <a:gd name="textAreaTop" fmla="*/ 0 h 113760"/>
                <a:gd name="textAreaBottom" fmla="*/ 114480 h 113760"/>
              </a:gdLst>
              <a:ahLst/>
              <a:rect l="textAreaLeft" t="textAreaTop" r="textAreaRight" b="textAreaBottom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76" name="Freihandform: Form 140"/>
            <p:cNvSpPr/>
            <p:nvPr/>
          </p:nvSpPr>
          <p:spPr>
            <a:xfrm>
              <a:off x="602280" y="329040"/>
              <a:ext cx="48960" cy="83880"/>
            </a:xfrm>
            <a:custGeom>
              <a:avLst/>
              <a:gdLst>
                <a:gd name="textAreaLeft" fmla="*/ 0 w 48960"/>
                <a:gd name="textAreaRight" fmla="*/ 49680 w 489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77" name="Freihandform: Form 141"/>
            <p:cNvSpPr/>
            <p:nvPr/>
          </p:nvSpPr>
          <p:spPr>
            <a:xfrm>
              <a:off x="666000" y="29412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78" name="Freihandform: Form 142"/>
            <p:cNvSpPr/>
            <p:nvPr/>
          </p:nvSpPr>
          <p:spPr>
            <a:xfrm>
              <a:off x="708120" y="32904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79" name="Freihandform: Form 143"/>
            <p:cNvSpPr/>
            <p:nvPr/>
          </p:nvSpPr>
          <p:spPr>
            <a:xfrm>
              <a:off x="800280" y="293040"/>
              <a:ext cx="76320" cy="122040"/>
            </a:xfrm>
            <a:custGeom>
              <a:avLst/>
              <a:gdLst>
                <a:gd name="textAreaLeft" fmla="*/ 0 w 76320"/>
                <a:gd name="textAreaRight" fmla="*/ 77040 w 76320"/>
                <a:gd name="textAreaTop" fmla="*/ 0 h 122040"/>
                <a:gd name="textAreaBottom" fmla="*/ 122760 h 122040"/>
              </a:gdLst>
              <a:ahLst/>
              <a:rect l="textAreaLeft" t="textAreaTop" r="textAreaRight" b="textAreaBottom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80" name="Freihandform: Form 144"/>
            <p:cNvSpPr/>
            <p:nvPr/>
          </p:nvSpPr>
          <p:spPr>
            <a:xfrm>
              <a:off x="902880" y="329040"/>
              <a:ext cx="48960" cy="83880"/>
            </a:xfrm>
            <a:custGeom>
              <a:avLst/>
              <a:gdLst>
                <a:gd name="textAreaLeft" fmla="*/ 0 w 48960"/>
                <a:gd name="textAreaRight" fmla="*/ 49680 w 489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81" name="Freihandform: Form 145"/>
            <p:cNvSpPr/>
            <p:nvPr/>
          </p:nvSpPr>
          <p:spPr>
            <a:xfrm>
              <a:off x="966240" y="29412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82" name="Freihandform: Form 146"/>
            <p:cNvSpPr/>
            <p:nvPr/>
          </p:nvSpPr>
          <p:spPr>
            <a:xfrm>
              <a:off x="1009080" y="328680"/>
              <a:ext cx="68760" cy="86040"/>
            </a:xfrm>
            <a:custGeom>
              <a:avLst/>
              <a:gdLst>
                <a:gd name="textAreaLeft" fmla="*/ 0 w 68760"/>
                <a:gd name="textAreaRight" fmla="*/ 69480 w 6876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83" name="Freihandform: Form 147"/>
            <p:cNvSpPr/>
            <p:nvPr/>
          </p:nvSpPr>
          <p:spPr>
            <a:xfrm>
              <a:off x="1095120" y="293040"/>
              <a:ext cx="70560" cy="119880"/>
            </a:xfrm>
            <a:custGeom>
              <a:avLst/>
              <a:gdLst>
                <a:gd name="textAreaLeft" fmla="*/ 0 w 70560"/>
                <a:gd name="textAreaRight" fmla="*/ 71280 w 7056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84" name="Freihandform: Form 148"/>
            <p:cNvSpPr/>
            <p:nvPr/>
          </p:nvSpPr>
          <p:spPr>
            <a:xfrm>
              <a:off x="1188360" y="353880"/>
              <a:ext cx="39600" cy="17640"/>
            </a:xfrm>
            <a:custGeom>
              <a:avLst/>
              <a:gdLst>
                <a:gd name="textAreaLeft" fmla="*/ 0 w 39600"/>
                <a:gd name="textAreaRight" fmla="*/ 40320 w 39600"/>
                <a:gd name="textAreaTop" fmla="*/ 0 h 17640"/>
                <a:gd name="textAreaBottom" fmla="*/ 18360 h 17640"/>
              </a:gdLst>
              <a:ahLst/>
              <a:rect l="textAreaLeft" t="textAreaTop" r="textAreaRight" b="textAreaBottom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85" name="Freihandform: Form 149"/>
            <p:cNvSpPr/>
            <p:nvPr/>
          </p:nvSpPr>
          <p:spPr>
            <a:xfrm>
              <a:off x="1239120" y="299160"/>
              <a:ext cx="105480" cy="11340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113400"/>
                <a:gd name="textAreaBottom" fmla="*/ 114120 h 113400"/>
              </a:gdLst>
              <a:ahLst/>
              <a:rect l="textAreaLeft" t="textAreaTop" r="textAreaRight" b="textAreaBottom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86" name="Freihandform: Form 150"/>
            <p:cNvSpPr/>
            <p:nvPr/>
          </p:nvSpPr>
          <p:spPr>
            <a:xfrm>
              <a:off x="1362600" y="293040"/>
              <a:ext cx="18360" cy="119520"/>
            </a:xfrm>
            <a:custGeom>
              <a:avLst/>
              <a:gdLst>
                <a:gd name="textAreaLeft" fmla="*/ 0 w 18360"/>
                <a:gd name="textAreaRight" fmla="*/ 19080 w 1836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87" name="Freihandform: Form 151"/>
            <p:cNvSpPr/>
            <p:nvPr/>
          </p:nvSpPr>
          <p:spPr>
            <a:xfrm>
              <a:off x="1402200" y="32904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88" name="Freihandform: Form 152"/>
            <p:cNvSpPr/>
            <p:nvPr/>
          </p:nvSpPr>
          <p:spPr>
            <a:xfrm>
              <a:off x="1488240" y="330840"/>
              <a:ext cx="78480" cy="81720"/>
            </a:xfrm>
            <a:custGeom>
              <a:avLst/>
              <a:gdLst>
                <a:gd name="textAreaLeft" fmla="*/ 0 w 78480"/>
                <a:gd name="textAreaRight" fmla="*/ 79200 w 78480"/>
                <a:gd name="textAreaTop" fmla="*/ 0 h 81720"/>
                <a:gd name="textAreaBottom" fmla="*/ 82440 h 81720"/>
              </a:gdLst>
              <a:ahLst/>
              <a:rect l="textAreaLeft" t="textAreaTop" r="textAreaRight" b="textAreaBottom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440" bIns="374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89" name="Freihandform: Form 153"/>
            <p:cNvSpPr/>
            <p:nvPr/>
          </p:nvSpPr>
          <p:spPr>
            <a:xfrm>
              <a:off x="1577520" y="329040"/>
              <a:ext cx="69120" cy="85680"/>
            </a:xfrm>
            <a:custGeom>
              <a:avLst/>
              <a:gdLst>
                <a:gd name="textAreaLeft" fmla="*/ 0 w 69120"/>
                <a:gd name="textAreaRight" fmla="*/ 69840 w 691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90" name="Freihandform: Form 154"/>
            <p:cNvSpPr/>
            <p:nvPr/>
          </p:nvSpPr>
          <p:spPr>
            <a:xfrm>
              <a:off x="1671840" y="329040"/>
              <a:ext cx="70560" cy="83880"/>
            </a:xfrm>
            <a:custGeom>
              <a:avLst/>
              <a:gdLst>
                <a:gd name="textAreaLeft" fmla="*/ 0 w 70560"/>
                <a:gd name="textAreaRight" fmla="*/ 71280 w 705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91" name="Freihandform: Form 155"/>
            <p:cNvSpPr/>
            <p:nvPr/>
          </p:nvSpPr>
          <p:spPr>
            <a:xfrm>
              <a:off x="1763280" y="293040"/>
              <a:ext cx="76320" cy="122040"/>
            </a:xfrm>
            <a:custGeom>
              <a:avLst/>
              <a:gdLst>
                <a:gd name="textAreaLeft" fmla="*/ 0 w 76320"/>
                <a:gd name="textAreaRight" fmla="*/ 77040 w 76320"/>
                <a:gd name="textAreaTop" fmla="*/ 0 h 122040"/>
                <a:gd name="textAreaBottom" fmla="*/ 122760 h 122040"/>
              </a:gdLst>
              <a:ahLst/>
              <a:rect l="textAreaLeft" t="textAreaTop" r="textAreaRight" b="textAreaBottom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92" name="Freihandform: Form 156"/>
            <p:cNvSpPr/>
            <p:nvPr/>
          </p:nvSpPr>
          <p:spPr>
            <a:xfrm>
              <a:off x="1861200" y="32904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93" name="Freihandform: Form 157"/>
            <p:cNvSpPr/>
            <p:nvPr/>
          </p:nvSpPr>
          <p:spPr>
            <a:xfrm>
              <a:off x="1958400" y="329040"/>
              <a:ext cx="48960" cy="83880"/>
            </a:xfrm>
            <a:custGeom>
              <a:avLst/>
              <a:gdLst>
                <a:gd name="textAreaLeft" fmla="*/ 0 w 48960"/>
                <a:gd name="textAreaRight" fmla="*/ 49680 w 489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94" name="Freihandform: Form 158"/>
            <p:cNvSpPr/>
            <p:nvPr/>
          </p:nvSpPr>
          <p:spPr>
            <a:xfrm>
              <a:off x="2019960" y="353880"/>
              <a:ext cx="39600" cy="17640"/>
            </a:xfrm>
            <a:custGeom>
              <a:avLst/>
              <a:gdLst>
                <a:gd name="textAreaLeft" fmla="*/ 0 w 39600"/>
                <a:gd name="textAreaRight" fmla="*/ 40320 w 39600"/>
                <a:gd name="textAreaTop" fmla="*/ 0 h 17640"/>
                <a:gd name="textAreaBottom" fmla="*/ 18360 h 17640"/>
              </a:gdLst>
              <a:ahLst/>
              <a:rect l="textAreaLeft" t="textAreaTop" r="textAreaRight" b="textAreaBottom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95" name="Freihandform: Form 159"/>
            <p:cNvSpPr/>
            <p:nvPr/>
          </p:nvSpPr>
          <p:spPr>
            <a:xfrm>
              <a:off x="2085120" y="299160"/>
              <a:ext cx="88560" cy="115560"/>
            </a:xfrm>
            <a:custGeom>
              <a:avLst/>
              <a:gdLst>
                <a:gd name="textAreaLeft" fmla="*/ 0 w 88560"/>
                <a:gd name="textAreaRight" fmla="*/ 89280 w 88560"/>
                <a:gd name="textAreaTop" fmla="*/ 0 h 115560"/>
                <a:gd name="textAreaBottom" fmla="*/ 116280 h 115560"/>
              </a:gdLst>
              <a:ahLst/>
              <a:rect l="textAreaLeft" t="textAreaTop" r="textAreaRight" b="textAreaBottom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96" name="Freihandform: Form 160"/>
            <p:cNvSpPr/>
            <p:nvPr/>
          </p:nvSpPr>
          <p:spPr>
            <a:xfrm>
              <a:off x="2200320" y="329040"/>
              <a:ext cx="70200" cy="83880"/>
            </a:xfrm>
            <a:custGeom>
              <a:avLst/>
              <a:gdLst>
                <a:gd name="textAreaLeft" fmla="*/ 0 w 70200"/>
                <a:gd name="textAreaRight" fmla="*/ 70920 w 7020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97" name="Freihandform: Form 161"/>
            <p:cNvSpPr/>
            <p:nvPr/>
          </p:nvSpPr>
          <p:spPr>
            <a:xfrm>
              <a:off x="2292840" y="29412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98" name="Freihandform: Form 162"/>
            <p:cNvSpPr/>
            <p:nvPr/>
          </p:nvSpPr>
          <p:spPr>
            <a:xfrm>
              <a:off x="2331000" y="331200"/>
              <a:ext cx="79560" cy="81720"/>
            </a:xfrm>
            <a:custGeom>
              <a:avLst/>
              <a:gdLst>
                <a:gd name="textAreaLeft" fmla="*/ 0 w 79560"/>
                <a:gd name="textAreaRight" fmla="*/ 80280 w 79560"/>
                <a:gd name="textAreaTop" fmla="*/ 0 h 81720"/>
                <a:gd name="textAreaBottom" fmla="*/ 82440 h 81720"/>
              </a:gdLst>
              <a:ahLst/>
              <a:rect l="textAreaLeft" t="textAreaTop" r="textAreaRight" b="textAreaBottom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440" bIns="374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699" name="Freihandform: Form 163"/>
            <p:cNvSpPr/>
            <p:nvPr/>
          </p:nvSpPr>
          <p:spPr>
            <a:xfrm>
              <a:off x="2420280" y="32904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00" name="Freihandform: Form 165"/>
            <p:cNvSpPr/>
            <p:nvPr/>
          </p:nvSpPr>
          <p:spPr>
            <a:xfrm>
              <a:off x="2517120" y="329040"/>
              <a:ext cx="48960" cy="83880"/>
            </a:xfrm>
            <a:custGeom>
              <a:avLst/>
              <a:gdLst>
                <a:gd name="textAreaLeft" fmla="*/ 0 w 48960"/>
                <a:gd name="textAreaRight" fmla="*/ 49680 w 489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01" name="Freihandform: Form 166"/>
            <p:cNvSpPr/>
            <p:nvPr/>
          </p:nvSpPr>
          <p:spPr>
            <a:xfrm>
              <a:off x="2575800" y="328680"/>
              <a:ext cx="63000" cy="86040"/>
            </a:xfrm>
            <a:custGeom>
              <a:avLst/>
              <a:gdLst>
                <a:gd name="textAreaLeft" fmla="*/ 0 w 63000"/>
                <a:gd name="textAreaRight" fmla="*/ 63720 w 6300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02" name="Freihandform: Form 168"/>
            <p:cNvSpPr/>
            <p:nvPr/>
          </p:nvSpPr>
          <p:spPr>
            <a:xfrm>
              <a:off x="2657520" y="29412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03" name="Freihandform: Form 169"/>
            <p:cNvSpPr/>
            <p:nvPr/>
          </p:nvSpPr>
          <p:spPr>
            <a:xfrm>
              <a:off x="2696040" y="304560"/>
              <a:ext cx="50760" cy="11016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110160"/>
                <a:gd name="textAreaBottom" fmla="*/ 110880 h 110160"/>
              </a:gdLst>
              <a:ahLst/>
              <a:rect l="textAreaLeft" t="textAreaTop" r="textAreaRight" b="textAreaBottom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04" name="Freihandform: Form 170"/>
            <p:cNvSpPr/>
            <p:nvPr/>
          </p:nvSpPr>
          <p:spPr>
            <a:xfrm>
              <a:off x="2762280" y="295920"/>
              <a:ext cx="69120" cy="119160"/>
            </a:xfrm>
            <a:custGeom>
              <a:avLst/>
              <a:gdLst>
                <a:gd name="textAreaLeft" fmla="*/ 0 w 69120"/>
                <a:gd name="textAreaRight" fmla="*/ 69840 w 69120"/>
                <a:gd name="textAreaTop" fmla="*/ 0 h 119160"/>
                <a:gd name="textAreaBottom" fmla="*/ 119880 h 119160"/>
              </a:gdLst>
              <a:ahLst/>
              <a:rect l="textAreaLeft" t="textAreaTop" r="textAreaRight" b="textAreaBottom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05" name="Freihandform: Form 171"/>
            <p:cNvSpPr/>
            <p:nvPr/>
          </p:nvSpPr>
          <p:spPr>
            <a:xfrm>
              <a:off x="2847240" y="304560"/>
              <a:ext cx="50760" cy="11016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110160"/>
                <a:gd name="textAreaBottom" fmla="*/ 110880 h 110160"/>
              </a:gdLst>
              <a:ahLst/>
              <a:rect l="textAreaLeft" t="textAreaTop" r="textAreaRight" b="textAreaBottom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06" name="Freihandform: Form 172"/>
            <p:cNvSpPr/>
            <p:nvPr/>
          </p:nvSpPr>
          <p:spPr>
            <a:xfrm>
              <a:off x="510480" y="478080"/>
              <a:ext cx="84600" cy="113400"/>
            </a:xfrm>
            <a:custGeom>
              <a:avLst/>
              <a:gdLst>
                <a:gd name="textAreaLeft" fmla="*/ 0 w 84600"/>
                <a:gd name="textAreaRight" fmla="*/ 85320 w 84600"/>
                <a:gd name="textAreaTop" fmla="*/ 0 h 113400"/>
                <a:gd name="textAreaBottom" fmla="*/ 114120 h 113400"/>
              </a:gdLst>
              <a:ahLst/>
              <a:rect l="textAreaLeft" t="textAreaTop" r="textAreaRight" b="textAreaBottom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07" name="Freihandform: Form 173"/>
            <p:cNvSpPr/>
            <p:nvPr/>
          </p:nvSpPr>
          <p:spPr>
            <a:xfrm>
              <a:off x="596520" y="50760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08" name="Freihandform: Form 174"/>
            <p:cNvSpPr/>
            <p:nvPr/>
          </p:nvSpPr>
          <p:spPr>
            <a:xfrm>
              <a:off x="688680" y="507240"/>
              <a:ext cx="68760" cy="86040"/>
            </a:xfrm>
            <a:custGeom>
              <a:avLst/>
              <a:gdLst>
                <a:gd name="textAreaLeft" fmla="*/ 0 w 68760"/>
                <a:gd name="textAreaRight" fmla="*/ 69480 w 6876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09" name="Freihandform: Form 175"/>
            <p:cNvSpPr/>
            <p:nvPr/>
          </p:nvSpPr>
          <p:spPr>
            <a:xfrm>
              <a:off x="775080" y="471600"/>
              <a:ext cx="70200" cy="119880"/>
            </a:xfrm>
            <a:custGeom>
              <a:avLst/>
              <a:gdLst>
                <a:gd name="textAreaLeft" fmla="*/ 0 w 70200"/>
                <a:gd name="textAreaRight" fmla="*/ 70920 w 7020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10" name="Freihandform: Form 176"/>
            <p:cNvSpPr/>
            <p:nvPr/>
          </p:nvSpPr>
          <p:spPr>
            <a:xfrm>
              <a:off x="870480" y="507600"/>
              <a:ext cx="70200" cy="83880"/>
            </a:xfrm>
            <a:custGeom>
              <a:avLst/>
              <a:gdLst>
                <a:gd name="textAreaLeft" fmla="*/ 0 w 70200"/>
                <a:gd name="textAreaRight" fmla="*/ 70920 w 7020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11" name="Freihandform: Form 177"/>
            <p:cNvSpPr/>
            <p:nvPr/>
          </p:nvSpPr>
          <p:spPr>
            <a:xfrm>
              <a:off x="963360" y="47268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12" name="Freihandform: Form 178"/>
            <p:cNvSpPr/>
            <p:nvPr/>
          </p:nvSpPr>
          <p:spPr>
            <a:xfrm>
              <a:off x="1002600" y="507240"/>
              <a:ext cx="63000" cy="86040"/>
            </a:xfrm>
            <a:custGeom>
              <a:avLst/>
              <a:gdLst>
                <a:gd name="textAreaLeft" fmla="*/ 0 w 63000"/>
                <a:gd name="textAreaRight" fmla="*/ 63720 w 6300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13" name="Freihandform: Form 179"/>
            <p:cNvSpPr/>
            <p:nvPr/>
          </p:nvSpPr>
          <p:spPr>
            <a:xfrm>
              <a:off x="1082160" y="507240"/>
              <a:ext cx="68760" cy="86040"/>
            </a:xfrm>
            <a:custGeom>
              <a:avLst/>
              <a:gdLst>
                <a:gd name="textAreaLeft" fmla="*/ 0 w 68760"/>
                <a:gd name="textAreaRight" fmla="*/ 69480 w 6876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14" name="Freihandform: Form 180"/>
            <p:cNvSpPr/>
            <p:nvPr/>
          </p:nvSpPr>
          <p:spPr>
            <a:xfrm>
              <a:off x="1168560" y="471600"/>
              <a:ext cx="70200" cy="119880"/>
            </a:xfrm>
            <a:custGeom>
              <a:avLst/>
              <a:gdLst>
                <a:gd name="textAreaLeft" fmla="*/ 0 w 70200"/>
                <a:gd name="textAreaRight" fmla="*/ 70920 w 7020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15" name="Freihandform: Form 181"/>
            <p:cNvSpPr/>
            <p:nvPr/>
          </p:nvSpPr>
          <p:spPr>
            <a:xfrm>
              <a:off x="1259280" y="50760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16" name="Freihandform: Form 182"/>
            <p:cNvSpPr/>
            <p:nvPr/>
          </p:nvSpPr>
          <p:spPr>
            <a:xfrm>
              <a:off x="1405080" y="478080"/>
              <a:ext cx="70920" cy="113400"/>
            </a:xfrm>
            <a:custGeom>
              <a:avLst/>
              <a:gdLst>
                <a:gd name="textAreaLeft" fmla="*/ 0 w 70920"/>
                <a:gd name="textAreaRight" fmla="*/ 71640 w 70920"/>
                <a:gd name="textAreaTop" fmla="*/ 0 h 113400"/>
                <a:gd name="textAreaBottom" fmla="*/ 114120 h 113400"/>
              </a:gdLst>
              <a:ahLst/>
              <a:rect l="textAreaLeft" t="textAreaTop" r="textAreaRight" b="textAreaBottom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17" name="Freihandform: Form 183"/>
            <p:cNvSpPr/>
            <p:nvPr/>
          </p:nvSpPr>
          <p:spPr>
            <a:xfrm>
              <a:off x="1480320" y="507600"/>
              <a:ext cx="69480" cy="85680"/>
            </a:xfrm>
            <a:custGeom>
              <a:avLst/>
              <a:gdLst>
                <a:gd name="textAreaLeft" fmla="*/ 0 w 69480"/>
                <a:gd name="textAreaRight" fmla="*/ 70200 w 6948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18" name="Freihandform: Form 184"/>
            <p:cNvSpPr/>
            <p:nvPr/>
          </p:nvSpPr>
          <p:spPr>
            <a:xfrm>
              <a:off x="1575000" y="471600"/>
              <a:ext cx="72000" cy="119880"/>
            </a:xfrm>
            <a:custGeom>
              <a:avLst/>
              <a:gdLst>
                <a:gd name="textAreaLeft" fmla="*/ 0 w 72000"/>
                <a:gd name="textAreaRight" fmla="*/ 72720 w 7200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19" name="Freihandform: Form 185"/>
            <p:cNvSpPr/>
            <p:nvPr/>
          </p:nvSpPr>
          <p:spPr>
            <a:xfrm>
              <a:off x="1661760" y="509760"/>
              <a:ext cx="70560" cy="83880"/>
            </a:xfrm>
            <a:custGeom>
              <a:avLst/>
              <a:gdLst>
                <a:gd name="textAreaLeft" fmla="*/ 0 w 70560"/>
                <a:gd name="textAreaRight" fmla="*/ 71280 w 705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20" name="Freihandform: Form 186"/>
            <p:cNvSpPr/>
            <p:nvPr/>
          </p:nvSpPr>
          <p:spPr>
            <a:xfrm>
              <a:off x="1757880" y="471240"/>
              <a:ext cx="18360" cy="119880"/>
            </a:xfrm>
            <a:custGeom>
              <a:avLst/>
              <a:gdLst>
                <a:gd name="textAreaLeft" fmla="*/ 0 w 18360"/>
                <a:gd name="textAreaRight" fmla="*/ 19080 w 1836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21" name="Freihandform: Form 187"/>
            <p:cNvSpPr/>
            <p:nvPr/>
          </p:nvSpPr>
          <p:spPr>
            <a:xfrm>
              <a:off x="1794240" y="483120"/>
              <a:ext cx="50760" cy="11016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110160"/>
                <a:gd name="textAreaBottom" fmla="*/ 110880 h 110160"/>
              </a:gdLst>
              <a:ahLst/>
              <a:rect l="textAreaLeft" t="textAreaTop" r="textAreaRight" b="textAreaBottom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22" name="Freihandform: Form 188"/>
            <p:cNvSpPr/>
            <p:nvPr/>
          </p:nvSpPr>
          <p:spPr>
            <a:xfrm>
              <a:off x="1860480" y="474120"/>
              <a:ext cx="69120" cy="119160"/>
            </a:xfrm>
            <a:custGeom>
              <a:avLst/>
              <a:gdLst>
                <a:gd name="textAreaLeft" fmla="*/ 0 w 69120"/>
                <a:gd name="textAreaRight" fmla="*/ 69840 w 69120"/>
                <a:gd name="textAreaTop" fmla="*/ 0 h 119160"/>
                <a:gd name="textAreaBottom" fmla="*/ 119880 h 119160"/>
              </a:gdLst>
              <a:ahLst/>
              <a:rect l="textAreaLeft" t="textAreaTop" r="textAreaRight" b="textAreaBottom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723" name="Freihandform: Form 189"/>
            <p:cNvSpPr/>
            <p:nvPr/>
          </p:nvSpPr>
          <p:spPr>
            <a:xfrm>
              <a:off x="1945440" y="483120"/>
              <a:ext cx="50760" cy="11016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110160"/>
                <a:gd name="textAreaBottom" fmla="*/ 110880 h 110160"/>
              </a:gdLst>
              <a:ahLst/>
              <a:rect l="textAreaLeft" t="textAreaTop" r="textAreaRight" b="textAreaBottom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</p:grpSp>
      <p:sp>
        <p:nvSpPr>
          <p:cNvPr id="724" name="Freihandform: Form 87"/>
          <p:cNvSpPr/>
          <p:nvPr/>
        </p:nvSpPr>
        <p:spPr>
          <a:xfrm>
            <a:off x="10272960" y="300600"/>
            <a:ext cx="1403280" cy="535320"/>
          </a:xfrm>
          <a:custGeom>
            <a:avLst/>
            <a:gdLst>
              <a:gd name="textAreaLeft" fmla="*/ 0 w 1403280"/>
              <a:gd name="textAreaRight" fmla="*/ 1404000 w 1403280"/>
              <a:gd name="textAreaTop" fmla="*/ 0 h 535320"/>
              <a:gd name="textAreaBottom" fmla="*/ 536040 h 535320"/>
            </a:gdLst>
            <a:ahLst/>
            <a:rect l="textAreaLeft" t="textAreaTop" r="textAreaRight" b="textAreaBottom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de-DE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pic>
        <p:nvPicPr>
          <p:cNvPr id="725" name="Grafik 114" descr=""/>
          <p:cNvPicPr/>
          <p:nvPr/>
        </p:nvPicPr>
        <p:blipFill>
          <a:blip r:embed="rId2"/>
          <a:stretch/>
        </p:blipFill>
        <p:spPr>
          <a:xfrm>
            <a:off x="8581320" y="300600"/>
            <a:ext cx="1542960" cy="540360"/>
          </a:xfrm>
          <a:prstGeom prst="rect">
            <a:avLst/>
          </a:prstGeom>
          <a:ln w="0">
            <a:noFill/>
          </a:ln>
        </p:spPr>
      </p:pic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729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730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731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32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3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734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35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6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737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38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9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740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41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2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743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44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5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746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47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48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749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50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1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752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53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54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755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56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757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758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759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60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61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762" name="Grafik 24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763" name="PlaceHolder 1"/>
          <p:cNvSpPr>
            <a:spLocks noGrp="1"/>
          </p:cNvSpPr>
          <p:nvPr>
            <p:ph type="ftr" idx="31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4" name="PlaceHolder 2"/>
          <p:cNvSpPr>
            <a:spLocks noGrp="1"/>
          </p:cNvSpPr>
          <p:nvPr>
            <p:ph type="sldNum" idx="32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2180439-7C50-4178-9BB8-BE959D673A1F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 type="dt" idx="33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c9f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Rechteck 6" hidden="1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767" name="Rechteck 8" hidden="1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768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769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70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1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772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73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4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775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76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77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778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79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80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781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82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83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784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85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86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787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88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89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790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91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92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793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94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795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796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797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798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99" name="Freihandform: Form 43" hidden="1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00" name="Rechteck 56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01" name="Rechteck 58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802" name="Gruppieren 57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803" name="Gerader Verbinder 60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804" name="Textfeld 61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05" name="Gruppieren 62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806" name="Gerader Verbinder 63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807" name="Textfeld 64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08" name="Gruppieren 65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809" name="Gerader Verbinder 66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810" name="Textfeld 67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1" name="Gruppieren 68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812" name="Gerader Verbinder 69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813" name="Textfeld 70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4" name="Gruppieren 71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815" name="Gerader Verbinder 72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816" name="Textfeld 73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17" name="Gruppieren 74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818" name="Gerader Verbinder 75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819" name="Textfeld 76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0" name="Gruppieren 77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821" name="Gerader Verbinder 78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822" name="Textfeld 79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3" name="Gruppieren 80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824" name="Gerader Verbinder 81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825" name="Textfeld 82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26" name="Gruppieren 8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827" name="Gerader Verbinder 84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828" name="Textfeld 85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829" name="Gerader Verbinder 86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830" name="Gruppieren 87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831" name="Gerader Verbinder 88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832" name="Textfeld 89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33" name="Gruppieren 90"/>
          <p:cNvGrpSpPr/>
          <p:nvPr/>
        </p:nvGrpSpPr>
        <p:grpSpPr>
          <a:xfrm>
            <a:off x="510480" y="293040"/>
            <a:ext cx="2387520" cy="300600"/>
            <a:chOff x="510480" y="293040"/>
            <a:chExt cx="2387520" cy="300600"/>
          </a:xfrm>
        </p:grpSpPr>
        <p:sp>
          <p:nvSpPr>
            <p:cNvPr id="834" name="Freihandform: Form 139"/>
            <p:cNvSpPr/>
            <p:nvPr/>
          </p:nvSpPr>
          <p:spPr>
            <a:xfrm>
              <a:off x="519120" y="299160"/>
              <a:ext cx="71280" cy="113760"/>
            </a:xfrm>
            <a:custGeom>
              <a:avLst/>
              <a:gdLst>
                <a:gd name="textAreaLeft" fmla="*/ 0 w 71280"/>
                <a:gd name="textAreaRight" fmla="*/ 72000 w 71280"/>
                <a:gd name="textAreaTop" fmla="*/ 0 h 113760"/>
                <a:gd name="textAreaBottom" fmla="*/ 114480 h 113760"/>
              </a:gdLst>
              <a:ahLst/>
              <a:rect l="textAreaLeft" t="textAreaTop" r="textAreaRight" b="textAreaBottom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35" name="Freihandform: Form 140"/>
            <p:cNvSpPr/>
            <p:nvPr/>
          </p:nvSpPr>
          <p:spPr>
            <a:xfrm>
              <a:off x="602280" y="329040"/>
              <a:ext cx="48960" cy="83880"/>
            </a:xfrm>
            <a:custGeom>
              <a:avLst/>
              <a:gdLst>
                <a:gd name="textAreaLeft" fmla="*/ 0 w 48960"/>
                <a:gd name="textAreaRight" fmla="*/ 49680 w 489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36" name="Freihandform: Form 141"/>
            <p:cNvSpPr/>
            <p:nvPr/>
          </p:nvSpPr>
          <p:spPr>
            <a:xfrm>
              <a:off x="666000" y="29412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37" name="Freihandform: Form 142"/>
            <p:cNvSpPr/>
            <p:nvPr/>
          </p:nvSpPr>
          <p:spPr>
            <a:xfrm>
              <a:off x="708120" y="32904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38" name="Freihandform: Form 143"/>
            <p:cNvSpPr/>
            <p:nvPr/>
          </p:nvSpPr>
          <p:spPr>
            <a:xfrm>
              <a:off x="800280" y="293040"/>
              <a:ext cx="76320" cy="122040"/>
            </a:xfrm>
            <a:custGeom>
              <a:avLst/>
              <a:gdLst>
                <a:gd name="textAreaLeft" fmla="*/ 0 w 76320"/>
                <a:gd name="textAreaRight" fmla="*/ 77040 w 76320"/>
                <a:gd name="textAreaTop" fmla="*/ 0 h 122040"/>
                <a:gd name="textAreaBottom" fmla="*/ 122760 h 122040"/>
              </a:gdLst>
              <a:ahLst/>
              <a:rect l="textAreaLeft" t="textAreaTop" r="textAreaRight" b="textAreaBottom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39" name="Freihandform: Form 144"/>
            <p:cNvSpPr/>
            <p:nvPr/>
          </p:nvSpPr>
          <p:spPr>
            <a:xfrm>
              <a:off x="902880" y="329040"/>
              <a:ext cx="48960" cy="83880"/>
            </a:xfrm>
            <a:custGeom>
              <a:avLst/>
              <a:gdLst>
                <a:gd name="textAreaLeft" fmla="*/ 0 w 48960"/>
                <a:gd name="textAreaRight" fmla="*/ 49680 w 489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40" name="Freihandform: Form 145"/>
            <p:cNvSpPr/>
            <p:nvPr/>
          </p:nvSpPr>
          <p:spPr>
            <a:xfrm>
              <a:off x="966240" y="29412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41" name="Freihandform: Form 146"/>
            <p:cNvSpPr/>
            <p:nvPr/>
          </p:nvSpPr>
          <p:spPr>
            <a:xfrm>
              <a:off x="1009080" y="328680"/>
              <a:ext cx="68760" cy="86040"/>
            </a:xfrm>
            <a:custGeom>
              <a:avLst/>
              <a:gdLst>
                <a:gd name="textAreaLeft" fmla="*/ 0 w 68760"/>
                <a:gd name="textAreaRight" fmla="*/ 69480 w 6876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42" name="Freihandform: Form 147"/>
            <p:cNvSpPr/>
            <p:nvPr/>
          </p:nvSpPr>
          <p:spPr>
            <a:xfrm>
              <a:off x="1095120" y="293040"/>
              <a:ext cx="70560" cy="119880"/>
            </a:xfrm>
            <a:custGeom>
              <a:avLst/>
              <a:gdLst>
                <a:gd name="textAreaLeft" fmla="*/ 0 w 70560"/>
                <a:gd name="textAreaRight" fmla="*/ 71280 w 7056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43" name="Freihandform: Form 148"/>
            <p:cNvSpPr/>
            <p:nvPr/>
          </p:nvSpPr>
          <p:spPr>
            <a:xfrm>
              <a:off x="1188360" y="353880"/>
              <a:ext cx="39600" cy="17640"/>
            </a:xfrm>
            <a:custGeom>
              <a:avLst/>
              <a:gdLst>
                <a:gd name="textAreaLeft" fmla="*/ 0 w 39600"/>
                <a:gd name="textAreaRight" fmla="*/ 40320 w 39600"/>
                <a:gd name="textAreaTop" fmla="*/ 0 h 17640"/>
                <a:gd name="textAreaBottom" fmla="*/ 18360 h 17640"/>
              </a:gdLst>
              <a:ahLst/>
              <a:rect l="textAreaLeft" t="textAreaTop" r="textAreaRight" b="textAreaBottom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44" name="Freihandform: Form 149"/>
            <p:cNvSpPr/>
            <p:nvPr/>
          </p:nvSpPr>
          <p:spPr>
            <a:xfrm>
              <a:off x="1239120" y="299160"/>
              <a:ext cx="105480" cy="113400"/>
            </a:xfrm>
            <a:custGeom>
              <a:avLst/>
              <a:gdLst>
                <a:gd name="textAreaLeft" fmla="*/ 0 w 105480"/>
                <a:gd name="textAreaRight" fmla="*/ 106200 w 105480"/>
                <a:gd name="textAreaTop" fmla="*/ 0 h 113400"/>
                <a:gd name="textAreaBottom" fmla="*/ 114120 h 113400"/>
              </a:gdLst>
              <a:ahLst/>
              <a:rect l="textAreaLeft" t="textAreaTop" r="textAreaRight" b="textAreaBottom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45" name="Freihandform: Form 150"/>
            <p:cNvSpPr/>
            <p:nvPr/>
          </p:nvSpPr>
          <p:spPr>
            <a:xfrm>
              <a:off x="1362600" y="293040"/>
              <a:ext cx="18360" cy="119520"/>
            </a:xfrm>
            <a:custGeom>
              <a:avLst/>
              <a:gdLst>
                <a:gd name="textAreaLeft" fmla="*/ 0 w 18360"/>
                <a:gd name="textAreaRight" fmla="*/ 19080 w 18360"/>
                <a:gd name="textAreaTop" fmla="*/ 0 h 119520"/>
                <a:gd name="textAreaBottom" fmla="*/ 120240 h 119520"/>
              </a:gdLst>
              <a:ahLst/>
              <a:rect l="textAreaLeft" t="textAreaTop" r="textAreaRight" b="textAreaBottom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46" name="Freihandform: Form 151"/>
            <p:cNvSpPr/>
            <p:nvPr/>
          </p:nvSpPr>
          <p:spPr>
            <a:xfrm>
              <a:off x="1402200" y="32904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47" name="Freihandform: Form 152"/>
            <p:cNvSpPr/>
            <p:nvPr/>
          </p:nvSpPr>
          <p:spPr>
            <a:xfrm>
              <a:off x="1488240" y="330840"/>
              <a:ext cx="78480" cy="81720"/>
            </a:xfrm>
            <a:custGeom>
              <a:avLst/>
              <a:gdLst>
                <a:gd name="textAreaLeft" fmla="*/ 0 w 78480"/>
                <a:gd name="textAreaRight" fmla="*/ 79200 w 78480"/>
                <a:gd name="textAreaTop" fmla="*/ 0 h 81720"/>
                <a:gd name="textAreaBottom" fmla="*/ 82440 h 81720"/>
              </a:gdLst>
              <a:ahLst/>
              <a:rect l="textAreaLeft" t="textAreaTop" r="textAreaRight" b="textAreaBottom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440" bIns="374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48" name="Freihandform: Form 153"/>
            <p:cNvSpPr/>
            <p:nvPr/>
          </p:nvSpPr>
          <p:spPr>
            <a:xfrm>
              <a:off x="1577520" y="329040"/>
              <a:ext cx="69120" cy="85680"/>
            </a:xfrm>
            <a:custGeom>
              <a:avLst/>
              <a:gdLst>
                <a:gd name="textAreaLeft" fmla="*/ 0 w 69120"/>
                <a:gd name="textAreaRight" fmla="*/ 69840 w 691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49" name="Freihandform: Form 154"/>
            <p:cNvSpPr/>
            <p:nvPr/>
          </p:nvSpPr>
          <p:spPr>
            <a:xfrm>
              <a:off x="1671840" y="329040"/>
              <a:ext cx="70560" cy="83880"/>
            </a:xfrm>
            <a:custGeom>
              <a:avLst/>
              <a:gdLst>
                <a:gd name="textAreaLeft" fmla="*/ 0 w 70560"/>
                <a:gd name="textAreaRight" fmla="*/ 71280 w 705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50" name="Freihandform: Form 155"/>
            <p:cNvSpPr/>
            <p:nvPr/>
          </p:nvSpPr>
          <p:spPr>
            <a:xfrm>
              <a:off x="1763280" y="293040"/>
              <a:ext cx="76320" cy="122040"/>
            </a:xfrm>
            <a:custGeom>
              <a:avLst/>
              <a:gdLst>
                <a:gd name="textAreaLeft" fmla="*/ 0 w 76320"/>
                <a:gd name="textAreaRight" fmla="*/ 77040 w 76320"/>
                <a:gd name="textAreaTop" fmla="*/ 0 h 122040"/>
                <a:gd name="textAreaBottom" fmla="*/ 122760 h 122040"/>
              </a:gdLst>
              <a:ahLst/>
              <a:rect l="textAreaLeft" t="textAreaTop" r="textAreaRight" b="textAreaBottom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51" name="Freihandform: Form 156"/>
            <p:cNvSpPr/>
            <p:nvPr/>
          </p:nvSpPr>
          <p:spPr>
            <a:xfrm>
              <a:off x="1861200" y="32904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52" name="Freihandform: Form 157"/>
            <p:cNvSpPr/>
            <p:nvPr/>
          </p:nvSpPr>
          <p:spPr>
            <a:xfrm>
              <a:off x="1958400" y="329040"/>
              <a:ext cx="48960" cy="83880"/>
            </a:xfrm>
            <a:custGeom>
              <a:avLst/>
              <a:gdLst>
                <a:gd name="textAreaLeft" fmla="*/ 0 w 48960"/>
                <a:gd name="textAreaRight" fmla="*/ 49680 w 489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53" name="Freihandform: Form 158"/>
            <p:cNvSpPr/>
            <p:nvPr/>
          </p:nvSpPr>
          <p:spPr>
            <a:xfrm>
              <a:off x="2019960" y="353880"/>
              <a:ext cx="39600" cy="17640"/>
            </a:xfrm>
            <a:custGeom>
              <a:avLst/>
              <a:gdLst>
                <a:gd name="textAreaLeft" fmla="*/ 0 w 39600"/>
                <a:gd name="textAreaRight" fmla="*/ 40320 w 39600"/>
                <a:gd name="textAreaTop" fmla="*/ 0 h 17640"/>
                <a:gd name="textAreaBottom" fmla="*/ 18360 h 17640"/>
              </a:gdLst>
              <a:ahLst/>
              <a:rect l="textAreaLeft" t="textAreaTop" r="textAreaRight" b="textAreaBottom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640" bIns="-266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54" name="Freihandform: Form 159"/>
            <p:cNvSpPr/>
            <p:nvPr/>
          </p:nvSpPr>
          <p:spPr>
            <a:xfrm>
              <a:off x="2085120" y="299160"/>
              <a:ext cx="88560" cy="115560"/>
            </a:xfrm>
            <a:custGeom>
              <a:avLst/>
              <a:gdLst>
                <a:gd name="textAreaLeft" fmla="*/ 0 w 88560"/>
                <a:gd name="textAreaRight" fmla="*/ 89280 w 88560"/>
                <a:gd name="textAreaTop" fmla="*/ 0 h 115560"/>
                <a:gd name="textAreaBottom" fmla="*/ 116280 h 115560"/>
              </a:gdLst>
              <a:ahLst/>
              <a:rect l="textAreaLeft" t="textAreaTop" r="textAreaRight" b="textAreaBottom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55" name="Freihandform: Form 160"/>
            <p:cNvSpPr/>
            <p:nvPr/>
          </p:nvSpPr>
          <p:spPr>
            <a:xfrm>
              <a:off x="2200320" y="329040"/>
              <a:ext cx="70200" cy="83880"/>
            </a:xfrm>
            <a:custGeom>
              <a:avLst/>
              <a:gdLst>
                <a:gd name="textAreaLeft" fmla="*/ 0 w 70200"/>
                <a:gd name="textAreaRight" fmla="*/ 70920 w 7020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56" name="Freihandform: Form 161"/>
            <p:cNvSpPr/>
            <p:nvPr/>
          </p:nvSpPr>
          <p:spPr>
            <a:xfrm>
              <a:off x="2292840" y="29412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57" name="Freihandform: Form 162"/>
            <p:cNvSpPr/>
            <p:nvPr/>
          </p:nvSpPr>
          <p:spPr>
            <a:xfrm>
              <a:off x="2331000" y="331200"/>
              <a:ext cx="79560" cy="81720"/>
            </a:xfrm>
            <a:custGeom>
              <a:avLst/>
              <a:gdLst>
                <a:gd name="textAreaLeft" fmla="*/ 0 w 79560"/>
                <a:gd name="textAreaRight" fmla="*/ 80280 w 79560"/>
                <a:gd name="textAreaTop" fmla="*/ 0 h 81720"/>
                <a:gd name="textAreaBottom" fmla="*/ 82440 h 81720"/>
              </a:gdLst>
              <a:ahLst/>
              <a:rect l="textAreaLeft" t="textAreaTop" r="textAreaRight" b="textAreaBottom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7440" bIns="3744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58" name="Freihandform: Form 163"/>
            <p:cNvSpPr/>
            <p:nvPr/>
          </p:nvSpPr>
          <p:spPr>
            <a:xfrm>
              <a:off x="2420280" y="32904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59" name="Freihandform: Form 165"/>
            <p:cNvSpPr/>
            <p:nvPr/>
          </p:nvSpPr>
          <p:spPr>
            <a:xfrm>
              <a:off x="2517120" y="329040"/>
              <a:ext cx="48960" cy="83880"/>
            </a:xfrm>
            <a:custGeom>
              <a:avLst/>
              <a:gdLst>
                <a:gd name="textAreaLeft" fmla="*/ 0 w 48960"/>
                <a:gd name="textAreaRight" fmla="*/ 49680 w 489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60" name="Freihandform: Form 166"/>
            <p:cNvSpPr/>
            <p:nvPr/>
          </p:nvSpPr>
          <p:spPr>
            <a:xfrm>
              <a:off x="2575800" y="328680"/>
              <a:ext cx="63000" cy="86040"/>
            </a:xfrm>
            <a:custGeom>
              <a:avLst/>
              <a:gdLst>
                <a:gd name="textAreaLeft" fmla="*/ 0 w 63000"/>
                <a:gd name="textAreaRight" fmla="*/ 63720 w 6300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61" name="Freihandform: Form 168"/>
            <p:cNvSpPr/>
            <p:nvPr/>
          </p:nvSpPr>
          <p:spPr>
            <a:xfrm>
              <a:off x="2657520" y="29412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62" name="Freihandform: Form 169"/>
            <p:cNvSpPr/>
            <p:nvPr/>
          </p:nvSpPr>
          <p:spPr>
            <a:xfrm>
              <a:off x="2696040" y="304560"/>
              <a:ext cx="50760" cy="11016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110160"/>
                <a:gd name="textAreaBottom" fmla="*/ 110880 h 110160"/>
              </a:gdLst>
              <a:ahLst/>
              <a:rect l="textAreaLeft" t="textAreaTop" r="textAreaRight" b="textAreaBottom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63" name="Freihandform: Form 170"/>
            <p:cNvSpPr/>
            <p:nvPr/>
          </p:nvSpPr>
          <p:spPr>
            <a:xfrm>
              <a:off x="2762280" y="295920"/>
              <a:ext cx="69120" cy="119160"/>
            </a:xfrm>
            <a:custGeom>
              <a:avLst/>
              <a:gdLst>
                <a:gd name="textAreaLeft" fmla="*/ 0 w 69120"/>
                <a:gd name="textAreaRight" fmla="*/ 69840 w 69120"/>
                <a:gd name="textAreaTop" fmla="*/ 0 h 119160"/>
                <a:gd name="textAreaBottom" fmla="*/ 119880 h 119160"/>
              </a:gdLst>
              <a:ahLst/>
              <a:rect l="textAreaLeft" t="textAreaTop" r="textAreaRight" b="textAreaBottom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64" name="Freihandform: Form 171"/>
            <p:cNvSpPr/>
            <p:nvPr/>
          </p:nvSpPr>
          <p:spPr>
            <a:xfrm>
              <a:off x="2847240" y="304560"/>
              <a:ext cx="50760" cy="11016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110160"/>
                <a:gd name="textAreaBottom" fmla="*/ 110880 h 110160"/>
              </a:gdLst>
              <a:ahLst/>
              <a:rect l="textAreaLeft" t="textAreaTop" r="textAreaRight" b="textAreaBottom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65" name="Freihandform: Form 172"/>
            <p:cNvSpPr/>
            <p:nvPr/>
          </p:nvSpPr>
          <p:spPr>
            <a:xfrm>
              <a:off x="510480" y="478080"/>
              <a:ext cx="84600" cy="113400"/>
            </a:xfrm>
            <a:custGeom>
              <a:avLst/>
              <a:gdLst>
                <a:gd name="textAreaLeft" fmla="*/ 0 w 84600"/>
                <a:gd name="textAreaRight" fmla="*/ 85320 w 84600"/>
                <a:gd name="textAreaTop" fmla="*/ 0 h 113400"/>
                <a:gd name="textAreaBottom" fmla="*/ 114120 h 113400"/>
              </a:gdLst>
              <a:ahLst/>
              <a:rect l="textAreaLeft" t="textAreaTop" r="textAreaRight" b="textAreaBottom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66" name="Freihandform: Form 173"/>
            <p:cNvSpPr/>
            <p:nvPr/>
          </p:nvSpPr>
          <p:spPr>
            <a:xfrm>
              <a:off x="596520" y="50760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67" name="Freihandform: Form 174"/>
            <p:cNvSpPr/>
            <p:nvPr/>
          </p:nvSpPr>
          <p:spPr>
            <a:xfrm>
              <a:off x="688680" y="507240"/>
              <a:ext cx="68760" cy="86040"/>
            </a:xfrm>
            <a:custGeom>
              <a:avLst/>
              <a:gdLst>
                <a:gd name="textAreaLeft" fmla="*/ 0 w 68760"/>
                <a:gd name="textAreaRight" fmla="*/ 69480 w 6876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68" name="Freihandform: Form 175"/>
            <p:cNvSpPr/>
            <p:nvPr/>
          </p:nvSpPr>
          <p:spPr>
            <a:xfrm>
              <a:off x="775080" y="471600"/>
              <a:ext cx="70200" cy="119880"/>
            </a:xfrm>
            <a:custGeom>
              <a:avLst/>
              <a:gdLst>
                <a:gd name="textAreaLeft" fmla="*/ 0 w 70200"/>
                <a:gd name="textAreaRight" fmla="*/ 70920 w 7020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69" name="Freihandform: Form 176"/>
            <p:cNvSpPr/>
            <p:nvPr/>
          </p:nvSpPr>
          <p:spPr>
            <a:xfrm>
              <a:off x="870480" y="507600"/>
              <a:ext cx="70200" cy="83880"/>
            </a:xfrm>
            <a:custGeom>
              <a:avLst/>
              <a:gdLst>
                <a:gd name="textAreaLeft" fmla="*/ 0 w 70200"/>
                <a:gd name="textAreaRight" fmla="*/ 70920 w 7020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70" name="Freihandform: Form 177"/>
            <p:cNvSpPr/>
            <p:nvPr/>
          </p:nvSpPr>
          <p:spPr>
            <a:xfrm>
              <a:off x="963360" y="472680"/>
              <a:ext cx="23760" cy="118440"/>
            </a:xfrm>
            <a:custGeom>
              <a:avLst/>
              <a:gdLst>
                <a:gd name="textAreaLeft" fmla="*/ 0 w 23760"/>
                <a:gd name="textAreaRight" fmla="*/ 24480 w 23760"/>
                <a:gd name="textAreaTop" fmla="*/ 0 h 118440"/>
                <a:gd name="textAreaBottom" fmla="*/ 119160 h 118440"/>
              </a:gdLst>
              <a:ahLst/>
              <a:rect l="textAreaLeft" t="textAreaTop" r="textAreaRight" b="textAreaBottom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71" name="Freihandform: Form 178"/>
            <p:cNvSpPr/>
            <p:nvPr/>
          </p:nvSpPr>
          <p:spPr>
            <a:xfrm>
              <a:off x="1002600" y="507240"/>
              <a:ext cx="63000" cy="86040"/>
            </a:xfrm>
            <a:custGeom>
              <a:avLst/>
              <a:gdLst>
                <a:gd name="textAreaLeft" fmla="*/ 0 w 63000"/>
                <a:gd name="textAreaRight" fmla="*/ 63720 w 6300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72" name="Freihandform: Form 179"/>
            <p:cNvSpPr/>
            <p:nvPr/>
          </p:nvSpPr>
          <p:spPr>
            <a:xfrm>
              <a:off x="1082160" y="507240"/>
              <a:ext cx="68760" cy="86040"/>
            </a:xfrm>
            <a:custGeom>
              <a:avLst/>
              <a:gdLst>
                <a:gd name="textAreaLeft" fmla="*/ 0 w 68760"/>
                <a:gd name="textAreaRight" fmla="*/ 69480 w 68760"/>
                <a:gd name="textAreaTop" fmla="*/ 0 h 86040"/>
                <a:gd name="textAreaBottom" fmla="*/ 86760 h 86040"/>
              </a:gdLst>
              <a:ahLst/>
              <a:rect l="textAreaLeft" t="textAreaTop" r="textAreaRight" b="textAreaBottom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760" bIns="4176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73" name="Freihandform: Form 180"/>
            <p:cNvSpPr/>
            <p:nvPr/>
          </p:nvSpPr>
          <p:spPr>
            <a:xfrm>
              <a:off x="1168560" y="471600"/>
              <a:ext cx="70200" cy="119880"/>
            </a:xfrm>
            <a:custGeom>
              <a:avLst/>
              <a:gdLst>
                <a:gd name="textAreaLeft" fmla="*/ 0 w 70200"/>
                <a:gd name="textAreaRight" fmla="*/ 70920 w 7020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74" name="Freihandform: Form 181"/>
            <p:cNvSpPr/>
            <p:nvPr/>
          </p:nvSpPr>
          <p:spPr>
            <a:xfrm>
              <a:off x="1259280" y="507600"/>
              <a:ext cx="74520" cy="85680"/>
            </a:xfrm>
            <a:custGeom>
              <a:avLst/>
              <a:gdLst>
                <a:gd name="textAreaLeft" fmla="*/ 0 w 74520"/>
                <a:gd name="textAreaRight" fmla="*/ 75240 w 7452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75" name="Freihandform: Form 182"/>
            <p:cNvSpPr/>
            <p:nvPr/>
          </p:nvSpPr>
          <p:spPr>
            <a:xfrm>
              <a:off x="1405080" y="478080"/>
              <a:ext cx="70920" cy="113400"/>
            </a:xfrm>
            <a:custGeom>
              <a:avLst/>
              <a:gdLst>
                <a:gd name="textAreaLeft" fmla="*/ 0 w 70920"/>
                <a:gd name="textAreaRight" fmla="*/ 71640 w 70920"/>
                <a:gd name="textAreaTop" fmla="*/ 0 h 113400"/>
                <a:gd name="textAreaBottom" fmla="*/ 114120 h 113400"/>
              </a:gdLst>
              <a:ahLst/>
              <a:rect l="textAreaLeft" t="textAreaTop" r="textAreaRight" b="textAreaBottom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76" name="Freihandform: Form 183"/>
            <p:cNvSpPr/>
            <p:nvPr/>
          </p:nvSpPr>
          <p:spPr>
            <a:xfrm>
              <a:off x="1480320" y="507600"/>
              <a:ext cx="69480" cy="85680"/>
            </a:xfrm>
            <a:custGeom>
              <a:avLst/>
              <a:gdLst>
                <a:gd name="textAreaLeft" fmla="*/ 0 w 69480"/>
                <a:gd name="textAreaRight" fmla="*/ 70200 w 69480"/>
                <a:gd name="textAreaTop" fmla="*/ 0 h 85680"/>
                <a:gd name="textAreaBottom" fmla="*/ 86400 h 85680"/>
              </a:gdLst>
              <a:ahLst/>
              <a:rect l="textAreaLeft" t="textAreaTop" r="textAreaRight" b="textAreaBottom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1400" bIns="414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77" name="Freihandform: Form 184"/>
            <p:cNvSpPr/>
            <p:nvPr/>
          </p:nvSpPr>
          <p:spPr>
            <a:xfrm>
              <a:off x="1575000" y="471600"/>
              <a:ext cx="72000" cy="119880"/>
            </a:xfrm>
            <a:custGeom>
              <a:avLst/>
              <a:gdLst>
                <a:gd name="textAreaLeft" fmla="*/ 0 w 72000"/>
                <a:gd name="textAreaRight" fmla="*/ 72720 w 7200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78" name="Freihandform: Form 185"/>
            <p:cNvSpPr/>
            <p:nvPr/>
          </p:nvSpPr>
          <p:spPr>
            <a:xfrm>
              <a:off x="1661760" y="509760"/>
              <a:ext cx="70560" cy="83880"/>
            </a:xfrm>
            <a:custGeom>
              <a:avLst/>
              <a:gdLst>
                <a:gd name="textAreaLeft" fmla="*/ 0 w 70560"/>
                <a:gd name="textAreaRight" fmla="*/ 71280 w 70560"/>
                <a:gd name="textAreaTop" fmla="*/ 0 h 83880"/>
                <a:gd name="textAreaBottom" fmla="*/ 84600 h 83880"/>
              </a:gdLst>
              <a:ahLst/>
              <a:rect l="textAreaLeft" t="textAreaTop" r="textAreaRight" b="textAreaBottom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79" name="Freihandform: Form 186"/>
            <p:cNvSpPr/>
            <p:nvPr/>
          </p:nvSpPr>
          <p:spPr>
            <a:xfrm>
              <a:off x="1757880" y="471240"/>
              <a:ext cx="18360" cy="119880"/>
            </a:xfrm>
            <a:custGeom>
              <a:avLst/>
              <a:gdLst>
                <a:gd name="textAreaLeft" fmla="*/ 0 w 18360"/>
                <a:gd name="textAreaRight" fmla="*/ 19080 w 18360"/>
                <a:gd name="textAreaTop" fmla="*/ 0 h 119880"/>
                <a:gd name="textAreaBottom" fmla="*/ 120600 h 119880"/>
              </a:gdLst>
              <a:ahLst/>
              <a:rect l="textAreaLeft" t="textAreaTop" r="textAreaRight" b="textAreaBottom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80" name="Freihandform: Form 187"/>
            <p:cNvSpPr/>
            <p:nvPr/>
          </p:nvSpPr>
          <p:spPr>
            <a:xfrm>
              <a:off x="1794240" y="483120"/>
              <a:ext cx="50760" cy="11016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110160"/>
                <a:gd name="textAreaBottom" fmla="*/ 110880 h 110160"/>
              </a:gdLst>
              <a:ahLst/>
              <a:rect l="textAreaLeft" t="textAreaTop" r="textAreaRight" b="textAreaBottom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81" name="Freihandform: Form 188"/>
            <p:cNvSpPr/>
            <p:nvPr/>
          </p:nvSpPr>
          <p:spPr>
            <a:xfrm>
              <a:off x="1860480" y="474120"/>
              <a:ext cx="69120" cy="119160"/>
            </a:xfrm>
            <a:custGeom>
              <a:avLst/>
              <a:gdLst>
                <a:gd name="textAreaLeft" fmla="*/ 0 w 69120"/>
                <a:gd name="textAreaRight" fmla="*/ 69840 w 69120"/>
                <a:gd name="textAreaTop" fmla="*/ 0 h 119160"/>
                <a:gd name="textAreaBottom" fmla="*/ 119880 h 119160"/>
              </a:gdLst>
              <a:ahLst/>
              <a:rect l="textAreaLeft" t="textAreaTop" r="textAreaRight" b="textAreaBottom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  <p:sp>
          <p:nvSpPr>
            <p:cNvPr id="882" name="Freihandform: Form 189"/>
            <p:cNvSpPr/>
            <p:nvPr/>
          </p:nvSpPr>
          <p:spPr>
            <a:xfrm>
              <a:off x="1945440" y="483120"/>
              <a:ext cx="50760" cy="110160"/>
            </a:xfrm>
            <a:custGeom>
              <a:avLst/>
              <a:gdLst>
                <a:gd name="textAreaLeft" fmla="*/ 0 w 50760"/>
                <a:gd name="textAreaRight" fmla="*/ 51480 w 50760"/>
                <a:gd name="textAreaTop" fmla="*/ 0 h 110160"/>
                <a:gd name="textAreaBottom" fmla="*/ 110880 h 110160"/>
              </a:gdLst>
              <a:ahLst/>
              <a:rect l="textAreaLeft" t="textAreaTop" r="textAreaRight" b="textAreaBottom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de-DE" sz="1800" spc="-1" strike="noStrike">
                <a:solidFill>
                  <a:schemeClr val="dk1"/>
                </a:solidFill>
                <a:latin typeface="Arial"/>
                <a:ea typeface="Arial"/>
              </a:endParaRPr>
            </a:p>
          </p:txBody>
        </p:sp>
      </p:grpSp>
      <p:sp>
        <p:nvSpPr>
          <p:cNvPr id="883" name="Freihandform: Form 87"/>
          <p:cNvSpPr/>
          <p:nvPr/>
        </p:nvSpPr>
        <p:spPr>
          <a:xfrm>
            <a:off x="10272960" y="300600"/>
            <a:ext cx="1403280" cy="535320"/>
          </a:xfrm>
          <a:custGeom>
            <a:avLst/>
            <a:gdLst>
              <a:gd name="textAreaLeft" fmla="*/ 0 w 1403280"/>
              <a:gd name="textAreaRight" fmla="*/ 1404000 w 1403280"/>
              <a:gd name="textAreaTop" fmla="*/ 0 h 535320"/>
              <a:gd name="textAreaBottom" fmla="*/ 536040 h 535320"/>
            </a:gdLst>
            <a:ahLst/>
            <a:rect l="textAreaLeft" t="textAreaTop" r="textAreaRight" b="textAreaBottom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de-DE" sz="1800" spc="-1" strike="noStrike">
              <a:solidFill>
                <a:schemeClr val="dk1"/>
              </a:solidFill>
              <a:latin typeface="Arial"/>
              <a:ea typeface="Arial"/>
            </a:endParaRPr>
          </a:p>
        </p:txBody>
      </p:sp>
      <p:pic>
        <p:nvPicPr>
          <p:cNvPr id="884" name="Grafik 111" descr=""/>
          <p:cNvPicPr/>
          <p:nvPr/>
        </p:nvPicPr>
        <p:blipFill>
          <a:blip r:embed="rId2"/>
          <a:stretch/>
        </p:blipFill>
        <p:spPr>
          <a:xfrm>
            <a:off x="8581320" y="300600"/>
            <a:ext cx="1542960" cy="540360"/>
          </a:xfrm>
          <a:prstGeom prst="rect">
            <a:avLst/>
          </a:prstGeom>
          <a:ln w="0">
            <a:noFill/>
          </a:ln>
        </p:spPr>
      </p:pic>
      <p:sp>
        <p:nvSpPr>
          <p:cNvPr id="885" name="PlaceHolder 1"/>
          <p:cNvSpPr>
            <a:spLocks noGrp="1"/>
          </p:cNvSpPr>
          <p:nvPr>
            <p:ph type="ftr" idx="34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6" name="PlaceHolder 2"/>
          <p:cNvSpPr>
            <a:spLocks noGrp="1"/>
          </p:cNvSpPr>
          <p:nvPr>
            <p:ph type="sldNum" idx="35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9F76E1C-0FD4-4058-8AA1-E1BDD89C2AF1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7" name="PlaceHolder 3"/>
          <p:cNvSpPr>
            <a:spLocks noGrp="1"/>
          </p:cNvSpPr>
          <p:nvPr>
            <p:ph type="dt" idx="36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891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892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893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894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95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896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897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898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899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00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1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902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03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4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905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06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07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908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09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0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911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12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3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914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15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16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917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18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919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920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921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22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23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924" name="Grafik 11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925" name="PlaceHolder 1"/>
          <p:cNvSpPr>
            <a:spLocks noGrp="1"/>
          </p:cNvSpPr>
          <p:nvPr>
            <p:ph type="ftr" idx="37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6" name="PlaceHolder 2"/>
          <p:cNvSpPr>
            <a:spLocks noGrp="1"/>
          </p:cNvSpPr>
          <p:nvPr>
            <p:ph type="sldNum" idx="38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3AF710-9490-47A0-BD77-8279746DB345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7" name="PlaceHolder 3"/>
          <p:cNvSpPr>
            <a:spLocks noGrp="1"/>
          </p:cNvSpPr>
          <p:nvPr>
            <p:ph type="dt" idx="39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931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932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933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34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5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936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37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38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939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40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1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942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43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4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945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46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47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948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49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50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951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52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53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954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55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56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957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58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959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960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961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62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63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964" name="Grafik 12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965" name="PlaceHolder 1"/>
          <p:cNvSpPr>
            <a:spLocks noGrp="1"/>
          </p:cNvSpPr>
          <p:nvPr>
            <p:ph type="ftr" idx="40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6" name="PlaceHolder 2"/>
          <p:cNvSpPr>
            <a:spLocks noGrp="1"/>
          </p:cNvSpPr>
          <p:nvPr>
            <p:ph type="sldNum" idx="41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5F5AB5-19E4-4A52-A466-AE445AD302D6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 type="dt" idx="42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971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972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973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74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75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976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77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78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979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80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81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982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83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84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985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86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87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988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89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90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991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92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93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994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95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96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997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998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999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1000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1001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02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03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1004" name="Grafik 15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1005" name="PlaceHolder 1"/>
          <p:cNvSpPr>
            <a:spLocks noGrp="1"/>
          </p:cNvSpPr>
          <p:nvPr>
            <p:ph type="ftr" idx="43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6" name="PlaceHolder 2"/>
          <p:cNvSpPr>
            <a:spLocks noGrp="1"/>
          </p:cNvSpPr>
          <p:nvPr>
            <p:ph type="sldNum" idx="44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D010B8-F070-46F2-AC1D-B6EFD108CF7A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7" name="PlaceHolder 3"/>
          <p:cNvSpPr>
            <a:spLocks noGrp="1"/>
          </p:cNvSpPr>
          <p:nvPr>
            <p:ph type="dt" idx="45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009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1010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1011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12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13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1014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15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16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1017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18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19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1020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21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22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1023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24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25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1026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27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28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1029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30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31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1032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33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34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1035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36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037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1038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1039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40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41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1042" name="Grafik 13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1043" name="PlaceHolder 1"/>
          <p:cNvSpPr>
            <a:spLocks noGrp="1"/>
          </p:cNvSpPr>
          <p:nvPr>
            <p:ph type="ftr" idx="46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4" name="PlaceHolder 2"/>
          <p:cNvSpPr>
            <a:spLocks noGrp="1"/>
          </p:cNvSpPr>
          <p:nvPr>
            <p:ph type="sldNum" idx="47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BB95E0-8005-40EC-B21B-38A6A9483A62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dt" idx="48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Rechteck 6"/>
          <p:cNvSpPr/>
          <p:nvPr/>
        </p:nvSpPr>
        <p:spPr>
          <a:xfrm>
            <a:off x="518400" y="1196640"/>
            <a:ext cx="11675520" cy="712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7000" bIns="27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049" name="Rechteck 8"/>
          <p:cNvSpPr/>
          <p:nvPr/>
        </p:nvSpPr>
        <p:spPr>
          <a:xfrm>
            <a:off x="517320" y="6538680"/>
            <a:ext cx="11674080" cy="1008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de-DE" sz="18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grpSp>
        <p:nvGrpSpPr>
          <p:cNvPr id="1050" name="Gruppieren 12"/>
          <p:cNvGrpSpPr/>
          <p:nvPr/>
        </p:nvGrpSpPr>
        <p:grpSpPr>
          <a:xfrm>
            <a:off x="-390240" y="160200"/>
            <a:ext cx="333720" cy="136800"/>
            <a:chOff x="-390240" y="160200"/>
            <a:chExt cx="333720" cy="136800"/>
          </a:xfrm>
        </p:grpSpPr>
        <p:cxnSp>
          <p:nvCxnSpPr>
            <p:cNvPr id="1051" name="Gerader Verbinder 9"/>
            <p:cNvCxnSpPr/>
            <p:nvPr/>
          </p:nvCxnSpPr>
          <p:spPr>
            <a:xfrm>
              <a:off x="-390240" y="296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52" name="Textfeld 10"/>
            <p:cNvSpPr/>
            <p:nvPr/>
          </p:nvSpPr>
          <p:spPr>
            <a:xfrm>
              <a:off x="-351720" y="160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53" name="Gruppieren 14"/>
          <p:cNvGrpSpPr/>
          <p:nvPr/>
        </p:nvGrpSpPr>
        <p:grpSpPr>
          <a:xfrm>
            <a:off x="-390240" y="1131840"/>
            <a:ext cx="333720" cy="136800"/>
            <a:chOff x="-390240" y="1131840"/>
            <a:chExt cx="333720" cy="136800"/>
          </a:xfrm>
        </p:grpSpPr>
        <p:cxnSp>
          <p:nvCxnSpPr>
            <p:cNvPr id="1054" name="Gerader Verbinder 15"/>
            <p:cNvCxnSpPr/>
            <p:nvPr/>
          </p:nvCxnSpPr>
          <p:spPr>
            <a:xfrm>
              <a:off x="-390240" y="1268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55" name="Textfeld 16"/>
            <p:cNvSpPr/>
            <p:nvPr/>
          </p:nvSpPr>
          <p:spPr>
            <a:xfrm>
              <a:off x="-351720" y="113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06,00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56" name="Gruppieren 17"/>
          <p:cNvGrpSpPr/>
          <p:nvPr/>
        </p:nvGrpSpPr>
        <p:grpSpPr>
          <a:xfrm>
            <a:off x="-390240" y="1491840"/>
            <a:ext cx="333720" cy="137160"/>
            <a:chOff x="-390240" y="1491840"/>
            <a:chExt cx="333720" cy="137160"/>
          </a:xfrm>
        </p:grpSpPr>
        <p:cxnSp>
          <p:nvCxnSpPr>
            <p:cNvPr id="1057" name="Gerader Verbinder 18"/>
            <p:cNvCxnSpPr/>
            <p:nvPr/>
          </p:nvCxnSpPr>
          <p:spPr>
            <a:xfrm>
              <a:off x="-390240" y="1628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58" name="Textfeld 19"/>
            <p:cNvSpPr/>
            <p:nvPr/>
          </p:nvSpPr>
          <p:spPr>
            <a:xfrm>
              <a:off x="-351720" y="1491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05,00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59" name="Gruppieren 20"/>
          <p:cNvGrpSpPr/>
          <p:nvPr/>
        </p:nvGrpSpPr>
        <p:grpSpPr>
          <a:xfrm>
            <a:off x="-390240" y="3292200"/>
            <a:ext cx="333720" cy="137160"/>
            <a:chOff x="-390240" y="3292200"/>
            <a:chExt cx="333720" cy="137160"/>
          </a:xfrm>
        </p:grpSpPr>
        <p:cxnSp>
          <p:nvCxnSpPr>
            <p:cNvPr id="1060" name="Gerader Verbinder 21"/>
            <p:cNvCxnSpPr/>
            <p:nvPr/>
          </p:nvCxnSpPr>
          <p:spPr>
            <a:xfrm>
              <a:off x="-390240" y="342900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61" name="Textfeld 22"/>
            <p:cNvSpPr/>
            <p:nvPr/>
          </p:nvSpPr>
          <p:spPr>
            <a:xfrm>
              <a:off x="-351720" y="329220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00,00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2" name="Gruppieren 23"/>
          <p:cNvGrpSpPr/>
          <p:nvPr/>
        </p:nvGrpSpPr>
        <p:grpSpPr>
          <a:xfrm>
            <a:off x="-390240" y="6063840"/>
            <a:ext cx="333720" cy="137160"/>
            <a:chOff x="-390240" y="6063840"/>
            <a:chExt cx="333720" cy="137160"/>
          </a:xfrm>
        </p:grpSpPr>
        <p:cxnSp>
          <p:nvCxnSpPr>
            <p:cNvPr id="1063" name="Gerader Verbinder 24"/>
            <p:cNvCxnSpPr/>
            <p:nvPr/>
          </p:nvCxnSpPr>
          <p:spPr>
            <a:xfrm>
              <a:off x="-390240" y="620064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64" name="Textfeld 25"/>
            <p:cNvSpPr/>
            <p:nvPr/>
          </p:nvSpPr>
          <p:spPr>
            <a:xfrm>
              <a:off x="-351720" y="6063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07,70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5" name="Gruppieren 26"/>
          <p:cNvGrpSpPr/>
          <p:nvPr/>
        </p:nvGrpSpPr>
        <p:grpSpPr>
          <a:xfrm>
            <a:off x="-390240" y="6495840"/>
            <a:ext cx="333720" cy="136800"/>
            <a:chOff x="-390240" y="6495840"/>
            <a:chExt cx="333720" cy="136800"/>
          </a:xfrm>
        </p:grpSpPr>
        <p:cxnSp>
          <p:nvCxnSpPr>
            <p:cNvPr id="1066" name="Gerader Verbinder 27"/>
            <p:cNvCxnSpPr/>
            <p:nvPr/>
          </p:nvCxnSpPr>
          <p:spPr>
            <a:xfrm>
              <a:off x="-390240" y="6632280"/>
              <a:ext cx="334080" cy="72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67" name="Textfeld 28"/>
            <p:cNvSpPr/>
            <p:nvPr/>
          </p:nvSpPr>
          <p:spPr>
            <a:xfrm>
              <a:off x="-351720" y="6495840"/>
              <a:ext cx="255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08,90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68" name="Gruppieren 29"/>
          <p:cNvGrpSpPr/>
          <p:nvPr/>
        </p:nvGrpSpPr>
        <p:grpSpPr>
          <a:xfrm>
            <a:off x="379800" y="-397080"/>
            <a:ext cx="137160" cy="333720"/>
            <a:chOff x="379800" y="-397080"/>
            <a:chExt cx="137160" cy="333720"/>
          </a:xfrm>
        </p:grpSpPr>
        <p:cxnSp>
          <p:nvCxnSpPr>
            <p:cNvPr id="1069" name="Gerader Verbinder 30"/>
            <p:cNvCxnSpPr/>
            <p:nvPr/>
          </p:nvCxnSpPr>
          <p:spPr>
            <a:xfrm flipV="1">
              <a:off x="51660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70" name="Textfeld 31"/>
            <p:cNvSpPr/>
            <p:nvPr/>
          </p:nvSpPr>
          <p:spPr>
            <a:xfrm rot="16200000">
              <a:off x="31896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71" name="Gruppieren 32"/>
          <p:cNvGrpSpPr/>
          <p:nvPr/>
        </p:nvGrpSpPr>
        <p:grpSpPr>
          <a:xfrm>
            <a:off x="5851080" y="-397080"/>
            <a:ext cx="137160" cy="333720"/>
            <a:chOff x="5851080" y="-397080"/>
            <a:chExt cx="137160" cy="333720"/>
          </a:xfrm>
        </p:grpSpPr>
        <p:cxnSp>
          <p:nvCxnSpPr>
            <p:cNvPr id="1072" name="Gerader Verbinder 33"/>
            <p:cNvCxnSpPr/>
            <p:nvPr/>
          </p:nvCxnSpPr>
          <p:spPr>
            <a:xfrm flipV="1">
              <a:off x="5987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73" name="Textfeld 34"/>
            <p:cNvSpPr/>
            <p:nvPr/>
          </p:nvSpPr>
          <p:spPr>
            <a:xfrm rot="16200000">
              <a:off x="57902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074" name="Gruppieren 13"/>
          <p:cNvGrpSpPr/>
          <p:nvPr/>
        </p:nvGrpSpPr>
        <p:grpSpPr>
          <a:xfrm>
            <a:off x="6203880" y="-397080"/>
            <a:ext cx="133200" cy="333720"/>
            <a:chOff x="6203880" y="-397080"/>
            <a:chExt cx="133200" cy="333720"/>
          </a:xfrm>
        </p:grpSpPr>
        <p:cxnSp>
          <p:nvCxnSpPr>
            <p:cNvPr id="1075" name="Gerader Verbinder 36"/>
            <p:cNvCxnSpPr/>
            <p:nvPr/>
          </p:nvCxnSpPr>
          <p:spPr>
            <a:xfrm flipV="1">
              <a:off x="620388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76" name="Textfeld 37"/>
            <p:cNvSpPr/>
            <p:nvPr/>
          </p:nvSpPr>
          <p:spPr>
            <a:xfrm rot="16200000">
              <a:off x="614304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00,30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1077" name="Gerader Verbinder 39"/>
          <p:cNvCxnSpPr/>
          <p:nvPr/>
        </p:nvCxnSpPr>
        <p:spPr>
          <a:xfrm flipV="1">
            <a:off x="6095880" y="-397080"/>
            <a:ext cx="720" cy="334080"/>
          </a:xfrm>
          <a:prstGeom prst="straightConnector1">
            <a:avLst/>
          </a:prstGeom>
          <a:ln w="0">
            <a:solidFill>
              <a:srgbClr val="c7c7c7"/>
            </a:solidFill>
          </a:ln>
        </p:spPr>
      </p:cxnSp>
      <p:grpSp>
        <p:nvGrpSpPr>
          <p:cNvPr id="1078" name="Gruppieren 40"/>
          <p:cNvGrpSpPr/>
          <p:nvPr/>
        </p:nvGrpSpPr>
        <p:grpSpPr>
          <a:xfrm>
            <a:off x="11545560" y="-397080"/>
            <a:ext cx="137160" cy="333720"/>
            <a:chOff x="11545560" y="-397080"/>
            <a:chExt cx="137160" cy="333720"/>
          </a:xfrm>
        </p:grpSpPr>
        <p:cxnSp>
          <p:nvCxnSpPr>
            <p:cNvPr id="1079" name="Gerader Verbinder 41"/>
            <p:cNvCxnSpPr/>
            <p:nvPr/>
          </p:nvCxnSpPr>
          <p:spPr>
            <a:xfrm flipV="1">
              <a:off x="11682360" y="-397080"/>
              <a:ext cx="720" cy="334080"/>
            </a:xfrm>
            <a:prstGeom prst="straightConnector1">
              <a:avLst/>
            </a:prstGeom>
            <a:ln w="0">
              <a:solidFill>
                <a:srgbClr val="c7c7c7"/>
              </a:solidFill>
            </a:ln>
          </p:spPr>
        </p:cxnSp>
        <p:sp>
          <p:nvSpPr>
            <p:cNvPr id="1080" name="Textfeld 42"/>
            <p:cNvSpPr/>
            <p:nvPr/>
          </p:nvSpPr>
          <p:spPr>
            <a:xfrm rot="16200000">
              <a:off x="11484720" y="-296640"/>
              <a:ext cx="2548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 defTabSz="914400">
                <a:lnSpc>
                  <a:spcPct val="110000"/>
                </a:lnSpc>
                <a:spcAft>
                  <a:spcPts val="1199"/>
                </a:spcAft>
                <a:tabLst>
                  <a:tab algn="l" pos="0"/>
                </a:tabLst>
              </a:pPr>
              <a:r>
                <a:rPr b="0" lang="de-DE" sz="800" spc="-1" strike="noStrike">
                  <a:solidFill>
                    <a:schemeClr val="accent6"/>
                  </a:solidFill>
                  <a:latin typeface="Arial"/>
                  <a:ea typeface="Arial"/>
                </a:rPr>
                <a:t>15,50</a:t>
              </a:r>
              <a:endParaRPr b="0" lang="en-US" sz="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81" name="Freihandform: Form 43"/>
          <p:cNvSpPr/>
          <p:nvPr/>
        </p:nvSpPr>
        <p:spPr>
          <a:xfrm>
            <a:off x="10596240" y="299520"/>
            <a:ext cx="1079280" cy="411480"/>
          </a:xfrm>
          <a:custGeom>
            <a:avLst/>
            <a:gdLst>
              <a:gd name="textAreaLeft" fmla="*/ 0 w 1079280"/>
              <a:gd name="textAreaRight" fmla="*/ 1080000 w 1079280"/>
              <a:gd name="textAreaTop" fmla="*/ 0 h 411480"/>
              <a:gd name="textAreaBottom" fmla="*/ 412200 h 411480"/>
            </a:gdLst>
            <a:ahLst/>
            <a:rect l="textAreaLeft" t="textAreaTop" r="textAreaRight" b="textAreaBottom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pic>
        <p:nvPicPr>
          <p:cNvPr id="1082" name="Grafik 13" descr=""/>
          <p:cNvPicPr/>
          <p:nvPr/>
        </p:nvPicPr>
        <p:blipFill>
          <a:blip r:embed="rId2"/>
          <a:stretch/>
        </p:blipFill>
        <p:spPr>
          <a:xfrm>
            <a:off x="9342000" y="301320"/>
            <a:ext cx="1101600" cy="385560"/>
          </a:xfrm>
          <a:prstGeom prst="rect">
            <a:avLst/>
          </a:prstGeom>
          <a:ln w="0">
            <a:noFill/>
          </a:ln>
        </p:spPr>
      </p:pic>
      <p:sp>
        <p:nvSpPr>
          <p:cNvPr id="1083" name="PlaceHolder 1"/>
          <p:cNvSpPr>
            <a:spLocks noGrp="1"/>
          </p:cNvSpPr>
          <p:nvPr>
            <p:ph type="ftr" idx="49"/>
          </p:nvPr>
        </p:nvSpPr>
        <p:spPr>
          <a:xfrm>
            <a:off x="518400" y="6634800"/>
            <a:ext cx="54691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&lt;footer&gt;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4" name="PlaceHolder 2"/>
          <p:cNvSpPr>
            <a:spLocks noGrp="1"/>
          </p:cNvSpPr>
          <p:nvPr>
            <p:ph type="sldNum" idx="50"/>
          </p:nvPr>
        </p:nvSpPr>
        <p:spPr>
          <a:xfrm>
            <a:off x="11482200" y="6634800"/>
            <a:ext cx="19332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de-DE" sz="800" spc="-1" strike="noStrike">
                <a:solidFill>
                  <a:schemeClr val="dk1"/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A74B21-E688-4F65-B52E-90043D19856D}" type="slidenum">
              <a:rPr b="0" lang="de-DE" sz="800" spc="-1" strike="noStrike">
                <a:solidFill>
                  <a:schemeClr val="dk1"/>
                </a:solidFill>
                <a:latin typeface="Arial"/>
                <a:ea typeface="Arial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5" name="PlaceHolder 3"/>
          <p:cNvSpPr>
            <a:spLocks noGrp="1"/>
          </p:cNvSpPr>
          <p:nvPr>
            <p:ph type="dt" idx="51"/>
          </p:nvPr>
        </p:nvSpPr>
        <p:spPr>
          <a:xfrm>
            <a:off x="10417320" y="6634800"/>
            <a:ext cx="848880" cy="12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4" name="Bildplatzhalter 13" descr="Ein Bild, das Text, Geschirr enthält.&#10;&#10;Automatisch generierte Beschreibung"/>
          <p:cNvPicPr/>
          <p:nvPr/>
        </p:nvPicPr>
        <p:blipFill>
          <a:blip r:embed="rId1"/>
          <a:srcRect l="0" t="11873" r="0" b="11873"/>
          <a:stretch/>
        </p:blipFill>
        <p:spPr>
          <a:xfrm>
            <a:off x="0" y="1254240"/>
            <a:ext cx="12191400" cy="5603040"/>
          </a:xfrm>
          <a:prstGeom prst="rect">
            <a:avLst/>
          </a:prstGeom>
          <a:ln w="0">
            <a:noFill/>
          </a:ln>
        </p:spPr>
      </p:pic>
      <p:sp>
        <p:nvSpPr>
          <p:cNvPr id="1095" name="PlaceHolder 1"/>
          <p:cNvSpPr>
            <a:spLocks noGrp="1"/>
          </p:cNvSpPr>
          <p:nvPr>
            <p:ph type="title"/>
          </p:nvPr>
        </p:nvSpPr>
        <p:spPr>
          <a:xfrm>
            <a:off x="477000" y="1574640"/>
            <a:ext cx="10578240" cy="169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de-DE" sz="3600" spc="-1" strike="noStrike">
                <a:solidFill>
                  <a:schemeClr val="dk1"/>
                </a:solidFill>
                <a:latin typeface="Arial"/>
                <a:ea typeface="Arial"/>
              </a:rPr>
              <a:t>Acoustic-Driven Generation of mFDA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de-DE" sz="3600" spc="-1" strike="noStrike">
                <a:solidFill>
                  <a:schemeClr val="dk1"/>
                </a:solidFill>
                <a:latin typeface="Arial"/>
                <a:ea typeface="Arial"/>
              </a:rPr>
              <a:t>Clinical Speech Reports with Flan-T5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Titel 3"/>
          <p:cNvSpPr/>
          <p:nvPr/>
        </p:nvSpPr>
        <p:spPr>
          <a:xfrm>
            <a:off x="683640" y="4849920"/>
            <a:ext cx="164664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Dawood Aijaz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Titel 3"/>
          <p:cNvSpPr/>
          <p:nvPr/>
        </p:nvSpPr>
        <p:spPr>
          <a:xfrm>
            <a:off x="650520" y="5257800"/>
            <a:ext cx="3808080" cy="97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Arial"/>
              </a:rPr>
              <a:t>M.Sc. Artificial Intelligence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Supervisor: Dr.-Ing. Arias-Vergara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3 August 2026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PlaceHolder 1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Agenda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99" name="Gerader Verbinder 8"/>
          <p:cNvCxnSpPr/>
          <p:nvPr/>
        </p:nvCxnSpPr>
        <p:spPr>
          <a:xfrm>
            <a:off x="518040" y="3785760"/>
            <a:ext cx="11158560" cy="720"/>
          </a:xfrm>
          <a:prstGeom prst="straightConnector1">
            <a:avLst/>
          </a:prstGeom>
          <a:ln w="12700">
            <a:solidFill>
              <a:srgbClr val="8c9fb1"/>
            </a:solidFill>
            <a:round/>
            <a:tailEnd len="med" type="triangle" w="med"/>
          </a:ln>
        </p:spPr>
      </p:cxnSp>
      <p:sp>
        <p:nvSpPr>
          <p:cNvPr id="1100" name="Rechteck 12"/>
          <p:cNvSpPr/>
          <p:nvPr/>
        </p:nvSpPr>
        <p:spPr>
          <a:xfrm>
            <a:off x="878400" y="3606120"/>
            <a:ext cx="359280" cy="35928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spcAft>
                <a:spcPts val="1199"/>
              </a:spcAft>
              <a:tabLst>
                <a:tab algn="l" pos="0"/>
              </a:tabLst>
            </a:pPr>
            <a:r>
              <a:rPr b="1" lang="de-DE" sz="1800" spc="-1" strike="noStrike">
                <a:solidFill>
                  <a:schemeClr val="lt1"/>
                </a:solidFill>
                <a:latin typeface="Arial"/>
                <a:ea typeface="Arial"/>
              </a:rPr>
              <a:t>01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01" name="Gerader Verbinder 14"/>
          <p:cNvCxnSpPr/>
          <p:nvPr/>
        </p:nvCxnSpPr>
        <p:spPr>
          <a:xfrm>
            <a:off x="1058040" y="1987920"/>
            <a:ext cx="720" cy="1618560"/>
          </a:xfrm>
          <a:prstGeom prst="straightConnector1">
            <a:avLst/>
          </a:prstGeom>
          <a:ln w="12700">
            <a:solidFill>
              <a:srgbClr val="8c9fb1"/>
            </a:solidFill>
            <a:prstDash val="sysDash"/>
            <a:round/>
          </a:ln>
        </p:spPr>
      </p:cxnSp>
      <p:sp>
        <p:nvSpPr>
          <p:cNvPr id="1102" name="Textfeld 13"/>
          <p:cNvSpPr/>
          <p:nvPr/>
        </p:nvSpPr>
        <p:spPr>
          <a:xfrm>
            <a:off x="1238400" y="1987920"/>
            <a:ext cx="178488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de-DE" sz="1400" spc="-1" strike="noStrike">
                <a:solidFill>
                  <a:schemeClr val="dk1"/>
                </a:solidFill>
                <a:latin typeface="Arial"/>
                <a:ea typeface="Arial"/>
              </a:rPr>
              <a:t>Motivation &amp; reference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Rechteck 15"/>
          <p:cNvSpPr/>
          <p:nvPr/>
        </p:nvSpPr>
        <p:spPr>
          <a:xfrm>
            <a:off x="2950920" y="3606120"/>
            <a:ext cx="359280" cy="35928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spcAft>
                <a:spcPts val="1199"/>
              </a:spcAft>
              <a:tabLst>
                <a:tab algn="l" pos="0"/>
              </a:tabLst>
            </a:pPr>
            <a:r>
              <a:rPr b="1" lang="de-DE" sz="1800" spc="-1" strike="noStrike">
                <a:solidFill>
                  <a:schemeClr val="lt1"/>
                </a:solidFill>
                <a:latin typeface="Arial"/>
                <a:ea typeface="Arial"/>
              </a:rPr>
              <a:t>02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04" name="Gerader Verbinder 17"/>
          <p:cNvCxnSpPr/>
          <p:nvPr/>
        </p:nvCxnSpPr>
        <p:spPr>
          <a:xfrm>
            <a:off x="3130560" y="3965760"/>
            <a:ext cx="720" cy="1618920"/>
          </a:xfrm>
          <a:prstGeom prst="straightConnector1">
            <a:avLst/>
          </a:prstGeom>
          <a:ln w="12700">
            <a:solidFill>
              <a:srgbClr val="8c9fb1"/>
            </a:solidFill>
            <a:prstDash val="sysDash"/>
            <a:round/>
          </a:ln>
        </p:spPr>
      </p:cxnSp>
      <p:sp>
        <p:nvSpPr>
          <p:cNvPr id="1105" name="Textfeld 16"/>
          <p:cNvSpPr/>
          <p:nvPr/>
        </p:nvSpPr>
        <p:spPr>
          <a:xfrm>
            <a:off x="3310920" y="4500720"/>
            <a:ext cx="178488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de-DE" sz="1400" spc="-1" strike="noStrike">
                <a:solidFill>
                  <a:schemeClr val="dk1"/>
                </a:solidFill>
                <a:latin typeface="Arial"/>
                <a:ea typeface="Arial"/>
              </a:rPr>
              <a:t>Data, pipeline &amp; model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Rechteck 18"/>
          <p:cNvSpPr/>
          <p:nvPr/>
        </p:nvSpPr>
        <p:spPr>
          <a:xfrm>
            <a:off x="5023080" y="3606120"/>
            <a:ext cx="359280" cy="35928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spcAft>
                <a:spcPts val="1199"/>
              </a:spcAft>
              <a:tabLst>
                <a:tab algn="l" pos="0"/>
              </a:tabLst>
            </a:pPr>
            <a:r>
              <a:rPr b="1" lang="de-DE" sz="1800" spc="-1" strike="noStrike">
                <a:solidFill>
                  <a:schemeClr val="lt1"/>
                </a:solidFill>
                <a:latin typeface="Arial"/>
                <a:ea typeface="Arial"/>
              </a:rPr>
              <a:t>03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07" name="Gerader Verbinder 20"/>
          <p:cNvCxnSpPr/>
          <p:nvPr/>
        </p:nvCxnSpPr>
        <p:spPr>
          <a:xfrm>
            <a:off x="5203080" y="1987920"/>
            <a:ext cx="720" cy="1618560"/>
          </a:xfrm>
          <a:prstGeom prst="straightConnector1">
            <a:avLst/>
          </a:prstGeom>
          <a:ln w="12700">
            <a:solidFill>
              <a:srgbClr val="8c9fb1"/>
            </a:solidFill>
            <a:prstDash val="sysDash"/>
            <a:round/>
          </a:ln>
        </p:spPr>
      </p:cxnSp>
      <p:sp>
        <p:nvSpPr>
          <p:cNvPr id="1108" name="Textfeld 19"/>
          <p:cNvSpPr/>
          <p:nvPr/>
        </p:nvSpPr>
        <p:spPr>
          <a:xfrm>
            <a:off x="5383080" y="1987920"/>
            <a:ext cx="178488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de-DE" sz="1400" spc="-1" strike="noStrike">
                <a:solidFill>
                  <a:schemeClr val="dk1"/>
                </a:solidFill>
                <a:latin typeface="Arial"/>
                <a:ea typeface="Arial"/>
              </a:rPr>
              <a:t>Evaluation methodology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Rechteck 21"/>
          <p:cNvSpPr/>
          <p:nvPr/>
        </p:nvSpPr>
        <p:spPr>
          <a:xfrm>
            <a:off x="7095600" y="3606120"/>
            <a:ext cx="359280" cy="35928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spcAft>
                <a:spcPts val="1199"/>
              </a:spcAft>
              <a:tabLst>
                <a:tab algn="l" pos="0"/>
              </a:tabLst>
            </a:pPr>
            <a:r>
              <a:rPr b="1" lang="de-DE" sz="1800" spc="-1" strike="noStrike">
                <a:solidFill>
                  <a:schemeClr val="lt1"/>
                </a:solidFill>
                <a:latin typeface="Arial"/>
                <a:ea typeface="Arial"/>
              </a:rPr>
              <a:t>04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10" name="Gerader Verbinder 23"/>
          <p:cNvCxnSpPr/>
          <p:nvPr/>
        </p:nvCxnSpPr>
        <p:spPr>
          <a:xfrm>
            <a:off x="7275600" y="3965760"/>
            <a:ext cx="720" cy="1618920"/>
          </a:xfrm>
          <a:prstGeom prst="straightConnector1">
            <a:avLst/>
          </a:prstGeom>
          <a:ln w="12700">
            <a:solidFill>
              <a:srgbClr val="8c9fb1"/>
            </a:solidFill>
            <a:prstDash val="sysDash"/>
            <a:round/>
          </a:ln>
        </p:spPr>
      </p:cxnSp>
      <p:sp>
        <p:nvSpPr>
          <p:cNvPr id="1111" name="Textfeld 22"/>
          <p:cNvSpPr/>
          <p:nvPr/>
        </p:nvSpPr>
        <p:spPr>
          <a:xfrm>
            <a:off x="7455600" y="4500720"/>
            <a:ext cx="178488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de-DE" sz="1400" spc="-1" strike="noStrike">
                <a:solidFill>
                  <a:schemeClr val="dk1"/>
                </a:solidFill>
                <a:latin typeface="Arial"/>
                <a:ea typeface="Arial"/>
              </a:rPr>
              <a:t>Results &amp; key finding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Rechteck 24"/>
          <p:cNvSpPr/>
          <p:nvPr/>
        </p:nvSpPr>
        <p:spPr>
          <a:xfrm>
            <a:off x="9168120" y="3606120"/>
            <a:ext cx="359280" cy="359280"/>
          </a:xfrm>
          <a:prstGeom prst="rect">
            <a:avLst/>
          </a:pr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spcAft>
                <a:spcPts val="1199"/>
              </a:spcAft>
              <a:tabLst>
                <a:tab algn="l" pos="0"/>
              </a:tabLst>
            </a:pPr>
            <a:r>
              <a:rPr b="1" lang="de-DE" sz="1800" spc="-1" strike="noStrike">
                <a:solidFill>
                  <a:schemeClr val="lt1"/>
                </a:solidFill>
                <a:latin typeface="Arial"/>
                <a:ea typeface="Arial"/>
              </a:rPr>
              <a:t>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13" name="Gerader Verbinder 26"/>
          <p:cNvCxnSpPr/>
          <p:nvPr/>
        </p:nvCxnSpPr>
        <p:spPr>
          <a:xfrm>
            <a:off x="9348120" y="1987920"/>
            <a:ext cx="720" cy="1618560"/>
          </a:xfrm>
          <a:prstGeom prst="straightConnector1">
            <a:avLst/>
          </a:prstGeom>
          <a:ln w="12700">
            <a:solidFill>
              <a:srgbClr val="8c9fb1"/>
            </a:solidFill>
            <a:prstDash val="sysDash"/>
            <a:round/>
          </a:ln>
        </p:spPr>
      </p:cxnSp>
      <p:sp>
        <p:nvSpPr>
          <p:cNvPr id="1114" name="Textfeld 25"/>
          <p:cNvSpPr/>
          <p:nvPr/>
        </p:nvSpPr>
        <p:spPr>
          <a:xfrm>
            <a:off x="9528120" y="1987920"/>
            <a:ext cx="1784880" cy="10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de-DE" sz="1400" spc="-1" strike="noStrike">
                <a:solidFill>
                  <a:schemeClr val="dk1"/>
                </a:solidFill>
                <a:latin typeface="Arial"/>
                <a:ea typeface="Arial"/>
              </a:rPr>
              <a:t>Limitations &amp; conclusion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title"/>
          </p:nvPr>
        </p:nvSpPr>
        <p:spPr>
          <a:xfrm>
            <a:off x="518400" y="2874960"/>
            <a:ext cx="11157120" cy="110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000" spc="-1" strike="noStrike">
                <a:solidFill>
                  <a:schemeClr val="dk1"/>
                </a:solidFill>
                <a:latin typeface="Arial"/>
                <a:ea typeface="Arial"/>
              </a:rPr>
              <a:t>From Biomarkers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4000" spc="-1" strike="noStrike">
                <a:solidFill>
                  <a:schemeClr val="dk1"/>
                </a:solidFill>
                <a:latin typeface="Arial"/>
                <a:ea typeface="Arial"/>
              </a:rPr>
              <a:t>to Clinical Reports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PlaceHolder 1"/>
          <p:cNvSpPr>
            <a:spLocks noGrp="1"/>
          </p:cNvSpPr>
          <p:nvPr>
            <p:ph/>
          </p:nvPr>
        </p:nvSpPr>
        <p:spPr>
          <a:xfrm>
            <a:off x="518400" y="1631160"/>
            <a:ext cx="11157120" cy="456876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Parkinson’s speech is rarely assessed formally.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mFDA scale: 7 categories, expert-rated — subjective, slow, inconsistent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Acoustic biomarkers are objective, but need signal-processing expertise to read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Goal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: an LLM bridges biomarkers → a readable clinical report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PlaceHolder 2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Why automate mFDA speech assessment?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/>
          </p:cNvSpPr>
          <p:nvPr>
            <p:ph/>
          </p:nvPr>
        </p:nvSpPr>
        <p:spPr>
          <a:xfrm>
            <a:off x="518400" y="1631160"/>
            <a:ext cx="11157120" cy="456876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Frames report generation as text-to-text.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7 biomarkers → fine-tuned LLM → mFDA report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Compared T5, Flan-T5, GPT-2, LLaMA-7B, Mistral-7B, DeepSeek-7B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Headline: BLEU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0.79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 (PD) /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0.84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 (HC) for the best 7B systems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Our focus: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Flan-T5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 — compact, single-GPU, deployable on-prem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PlaceHolder 2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Reference study: Arias-Vergara et al., 2025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/>
          </p:nvPr>
        </p:nvSpPr>
        <p:spPr>
          <a:xfrm>
            <a:off x="518400" y="1631160"/>
            <a:ext cx="5469120" cy="456876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Only 100 real reports — so we simulate the rest.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50 PD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 +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50 HC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 speakers, 4 speech tasks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248 acoustic biomarkers → 7 mFDA categories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Simulate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~110k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 synthetic biomarker–report pairs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Real reports used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only for testing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 (96 held out)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PlaceHolder 2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Data: PC-GITA + synthetic augmentation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2" name="Picture 6" descr="fig_severity.png"/>
          <p:cNvPicPr/>
          <p:nvPr/>
        </p:nvPicPr>
        <p:blipFill>
          <a:blip r:embed="rId1"/>
          <a:stretch/>
        </p:blipFill>
        <p:spPr>
          <a:xfrm>
            <a:off x="6206400" y="2548440"/>
            <a:ext cx="5469120" cy="273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A reproducible, three-stage pipeline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PlaceHolder 2"/>
          <p:cNvSpPr>
            <a:spLocks noGrp="1"/>
          </p:cNvSpPr>
          <p:nvPr>
            <p:ph/>
          </p:nvPr>
        </p:nvSpPr>
        <p:spPr>
          <a:xfrm>
            <a:off x="518400" y="687600"/>
            <a:ext cx="6843600" cy="24912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One ETL core parses every biomarker, once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5" name="Picture 4" descr="fig_pipeline.png"/>
          <p:cNvPicPr/>
          <p:nvPr/>
        </p:nvPicPr>
        <p:blipFill>
          <a:blip r:embed="rId1"/>
          <a:stretch/>
        </p:blipFill>
        <p:spPr>
          <a:xfrm>
            <a:off x="1929240" y="2049840"/>
            <a:ext cx="8332560" cy="385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PlaceHolder 1"/>
          <p:cNvSpPr>
            <a:spLocks noGrp="1"/>
          </p:cNvSpPr>
          <p:nvPr>
            <p:ph/>
          </p:nvPr>
        </p:nvSpPr>
        <p:spPr>
          <a:xfrm>
            <a:off x="518400" y="1631160"/>
            <a:ext cx="11157120" cy="456876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Google’s instruction-tuned, encoder-decoder transformer family.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T5 frames every NLP task as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text-to-text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 — exactly the shape of our problem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Flan-T5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: further tuned on 1,000+ instruction-phrased tasks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Five sizes: Small 80M,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Base 248M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, Large 780M, XL 3B, XXL 11B — ours is Base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PlaceHolder 2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What is Flan-T5?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PlaceHolder 1"/>
          <p:cNvSpPr>
            <a:spLocks noGrp="1"/>
          </p:cNvSpPr>
          <p:nvPr>
            <p:ph/>
          </p:nvPr>
        </p:nvSpPr>
        <p:spPr>
          <a:xfrm>
            <a:off x="518400" y="1631160"/>
            <a:ext cx="11157120" cy="456876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google/flan-t5-base, 248M parameters.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5 epochs full fine-tune, then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rank-32 LoRA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 for 3 more epochs (merged)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Prompt: “Generate a report for:” + compact 7-score input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Learning rate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5e-4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, weight decay 0.01 — selected by decode quality, not loss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PlaceHolder 2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Best model: B17 = Flan-T5-base + LoRA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PlaceHolder 1"/>
          <p:cNvSpPr>
            <a:spLocks noGrp="1"/>
          </p:cNvSpPr>
          <p:nvPr>
            <p:ph/>
          </p:nvPr>
        </p:nvSpPr>
        <p:spPr>
          <a:xfrm>
            <a:off x="518400" y="1631160"/>
            <a:ext cx="5469120" cy="456876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NHR@FAU TinyGPU cluster.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A100 (40GB) GPUs, V100/RTX 3080 fallback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Slurm batch scheduler, up to 24h wall time per job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Conda env + offline-cached Hugging Face weights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PlaceHolder 2"/>
          <p:cNvSpPr>
            <a:spLocks noGrp="1"/>
          </p:cNvSpPr>
          <p:nvPr>
            <p:ph/>
          </p:nvPr>
        </p:nvSpPr>
        <p:spPr>
          <a:xfrm>
            <a:off x="6206400" y="1631160"/>
            <a:ext cx="5469120" cy="456876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One script pair per experiment.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train_flan_t5_*.slurm + eval_flan_t5_*.slurm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39 scripts, one per experiment ID (B12–B24, ...)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Fixed main.train / main.eval_decode entry points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PlaceHolder 3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Experiment setup: compute &amp; scripts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PlaceHolder 1"/>
          <p:cNvSpPr>
            <a:spLocks noGrp="1"/>
          </p:cNvSpPr>
          <p:nvPr>
            <p:ph/>
          </p:nvPr>
        </p:nvSpPr>
        <p:spPr>
          <a:xfrm>
            <a:off x="518400" y="1631160"/>
            <a:ext cx="5469120" cy="456876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Honest ruler — model selection.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Word-level SacreBLEU-4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BERTScore, lang=en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Deterministic beam search (beam 3)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Standardised, widely comparable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PlaceHolder 2"/>
          <p:cNvSpPr>
            <a:spLocks noGrp="1"/>
          </p:cNvSpPr>
          <p:nvPr>
            <p:ph/>
          </p:nvPr>
        </p:nvSpPr>
        <p:spPr>
          <a:xfrm>
            <a:off x="6206400" y="1631160"/>
            <a:ext cx="5469120" cy="456876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Author-parity ruler — vs. the paper.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Character-level BLEU-2 (paper’s exact code)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BERTScore, lang=en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Paper’s sampling decode (temp 0.7, top-k 50)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Used only to compare against the reference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PlaceHolder 3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Why two evaluation scripts?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PlaceHolder 4"/>
          <p:cNvSpPr>
            <a:spLocks noGrp="1"/>
          </p:cNvSpPr>
          <p:nvPr>
            <p:ph/>
          </p:nvPr>
        </p:nvSpPr>
        <p:spPr>
          <a:xfrm>
            <a:off x="518400" y="687600"/>
            <a:ext cx="6843600" cy="24912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“</a:t>
            </a:r>
            <a:r>
              <a:rPr b="0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BLEU” isn’t one number — word vs. character can differ 2×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PlaceHolder 1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chemeClr val="dk1"/>
                </a:solidFill>
                <a:latin typeface="Arial"/>
                <a:ea typeface="Arial"/>
              </a:rPr>
              <a:t>B17 results: two rulers, one model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Rectangle 4"/>
          <p:cNvSpPr/>
          <p:nvPr/>
        </p:nvSpPr>
        <p:spPr>
          <a:xfrm>
            <a:off x="900000" y="2099880"/>
            <a:ext cx="3263400" cy="1899360"/>
          </a:xfrm>
          <a:prstGeom prst="rect">
            <a:avLst/>
          </a:prstGeom>
          <a:solidFill>
            <a:srgbClr val="f2f5f7"/>
          </a:solidFill>
          <a:ln w="12700">
            <a:solidFill>
              <a:srgbClr val="c2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de-DE" sz="4400" spc="-1" strike="noStrike">
                <a:solidFill>
                  <a:srgbClr val="041e42"/>
                </a:solidFill>
                <a:latin typeface="Arial"/>
                <a:ea typeface="Arial"/>
              </a:rPr>
              <a:t>0.559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de-DE" sz="1400" spc="-1" strike="noStrike">
                <a:solidFill>
                  <a:srgbClr val="204251"/>
                </a:solidFill>
                <a:latin typeface="Arial"/>
                <a:ea typeface="Arial"/>
              </a:rPr>
              <a:t>Honest AVG — model selection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Rectangle 5"/>
          <p:cNvSpPr/>
          <p:nvPr/>
        </p:nvSpPr>
        <p:spPr>
          <a:xfrm>
            <a:off x="4464000" y="2099880"/>
            <a:ext cx="3263400" cy="1899360"/>
          </a:xfrm>
          <a:prstGeom prst="rect">
            <a:avLst/>
          </a:prstGeom>
          <a:solidFill>
            <a:srgbClr val="f2f5f7"/>
          </a:solidFill>
          <a:ln w="12700">
            <a:solidFill>
              <a:srgbClr val="c2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de-DE" sz="4400" spc="-1" strike="noStrike">
                <a:solidFill>
                  <a:srgbClr val="041e42"/>
                </a:solidFill>
                <a:latin typeface="Arial"/>
                <a:ea typeface="Arial"/>
              </a:rPr>
              <a:t>0.649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de-DE" sz="1400" spc="-1" strike="noStrike">
                <a:solidFill>
                  <a:srgbClr val="204251"/>
                </a:solidFill>
                <a:latin typeface="Arial"/>
                <a:ea typeface="Arial"/>
              </a:rPr>
              <a:t>Author-parity AVG — paper’s ruler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Rectangle 6"/>
          <p:cNvSpPr/>
          <p:nvPr/>
        </p:nvSpPr>
        <p:spPr>
          <a:xfrm>
            <a:off x="8028000" y="2099880"/>
            <a:ext cx="3263400" cy="1899360"/>
          </a:xfrm>
          <a:prstGeom prst="rect">
            <a:avLst/>
          </a:prstGeom>
          <a:solidFill>
            <a:srgbClr val="f2f5f7"/>
          </a:solidFill>
          <a:ln w="12700">
            <a:solidFill>
              <a:srgbClr val="c2d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de-DE" sz="4400" spc="-1" strike="noStrike">
                <a:solidFill>
                  <a:srgbClr val="041e42"/>
                </a:solidFill>
                <a:latin typeface="Arial"/>
                <a:ea typeface="Arial"/>
              </a:rPr>
              <a:t>~0.68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de-DE" sz="1400" spc="-1" strike="noStrike">
                <a:solidFill>
                  <a:srgbClr val="204251"/>
                </a:solidFill>
                <a:latin typeface="Arial"/>
                <a:ea typeface="Arial"/>
              </a:rPr>
              <a:t>Paper’s best 7B systems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TextBox 7"/>
          <p:cNvSpPr/>
          <p:nvPr/>
        </p:nvSpPr>
        <p:spPr>
          <a:xfrm>
            <a:off x="900000" y="4349880"/>
            <a:ext cx="10391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de-DE" sz="1800" spc="-1" strike="noStrike">
                <a:solidFill>
                  <a:schemeClr val="dk1"/>
                </a:solidFill>
                <a:latin typeface="Arial"/>
                <a:ea typeface="Arial"/>
              </a:rPr>
              <a:t>Under the paper’s own metric, a </a:t>
            </a:r>
            <a:r>
              <a:rPr b="1" lang="de-DE" sz="1800" spc="-1" strike="noStrike">
                <a:solidFill>
                  <a:srgbClr val="041e42"/>
                </a:solidFill>
                <a:latin typeface="Arial"/>
                <a:ea typeface="Arial"/>
              </a:rPr>
              <a:t>248M</a:t>
            </a:r>
            <a:r>
              <a:rPr b="0" lang="de-DE" sz="1800" spc="-1" strike="noStrike">
                <a:solidFill>
                  <a:schemeClr val="dk1"/>
                </a:solidFill>
                <a:latin typeface="Arial"/>
                <a:ea typeface="Arial"/>
              </a:rPr>
              <a:t> model lands beside systems </a:t>
            </a:r>
            <a:r>
              <a:rPr b="1" lang="de-DE" sz="1800" spc="-1" strike="noStrike">
                <a:solidFill>
                  <a:srgbClr val="041e42"/>
                </a:solidFill>
                <a:latin typeface="Arial"/>
                <a:ea typeface="Arial"/>
              </a:rPr>
              <a:t>~28× larger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PlaceHolder 1"/>
          <p:cNvSpPr>
            <a:spLocks noGrp="1"/>
          </p:cNvSpPr>
          <p:nvPr>
            <p:ph/>
          </p:nvPr>
        </p:nvSpPr>
        <p:spPr>
          <a:xfrm>
            <a:off x="6206400" y="1631160"/>
            <a:ext cx="5469120" cy="456876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Same B17 output, scored two ways.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Word BLEU-4 vs. character BLEU-2: nearly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2×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 apart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BERTScore backbone language (es → en) also mattered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Neither changes a single generated word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PlaceHolder 2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The “gap” is mostly the metric, not the model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4" name="Picture 6" descr="fig_metric_artifact.png"/>
          <p:cNvPicPr/>
          <p:nvPr/>
        </p:nvPicPr>
        <p:blipFill>
          <a:blip r:embed="rId1"/>
          <a:stretch/>
        </p:blipFill>
        <p:spPr>
          <a:xfrm>
            <a:off x="518400" y="2244600"/>
            <a:ext cx="5469120" cy="3341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PlaceHolder 1"/>
          <p:cNvSpPr>
            <a:spLocks noGrp="1"/>
          </p:cNvSpPr>
          <p:nvPr>
            <p:ph/>
          </p:nvPr>
        </p:nvSpPr>
        <p:spPr>
          <a:xfrm>
            <a:off x="518400" y="1631160"/>
            <a:ext cx="5469120" cy="456876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20+ controlled experiments on Flan-T5-base.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Learning rate = the single biggest gain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LoRA rank, epochs, weight decay: small, closed increments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Structured targets, raw-instruction input, scale-up: all regressed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PlaceHolder 2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What we tried — and closed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7" name="Picture 6" descr="fig_levers.png"/>
          <p:cNvPicPr/>
          <p:nvPr/>
        </p:nvPicPr>
        <p:blipFill>
          <a:blip r:embed="rId1"/>
          <a:stretch/>
        </p:blipFill>
        <p:spPr>
          <a:xfrm>
            <a:off x="6206400" y="2143440"/>
            <a:ext cx="5469120" cy="354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PlaceHolder 1"/>
          <p:cNvSpPr>
            <a:spLocks noGrp="1"/>
          </p:cNvSpPr>
          <p:nvPr>
            <p:ph/>
          </p:nvPr>
        </p:nvSpPr>
        <p:spPr>
          <a:xfrm>
            <a:off x="6206400" y="1631160"/>
            <a:ext cx="5469120" cy="456876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HC is consistently the easier case.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Easier than PD on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every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 metric — matches the paper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Structure coverage: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14%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 of generations contain all 7 slots (refs: 100%)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Forcing structure hurt fluency, not just coverage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PlaceHolder 2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Persistent gap: PD reports are harder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0" name="Picture 6" descr="fig_pd_hc.png"/>
          <p:cNvPicPr/>
          <p:nvPr/>
        </p:nvPicPr>
        <p:blipFill>
          <a:blip r:embed="rId1"/>
          <a:stretch/>
        </p:blipFill>
        <p:spPr>
          <a:xfrm>
            <a:off x="518400" y="2295360"/>
            <a:ext cx="5469120" cy="3240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/>
          </p:cNvSpPr>
          <p:nvPr>
            <p:ph/>
          </p:nvPr>
        </p:nvSpPr>
        <p:spPr>
          <a:xfrm>
            <a:off x="518400" y="1631160"/>
            <a:ext cx="11157120" cy="456876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Metrics measure text overlap, not clinical correctness.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Synthetic training data is highly templated (duplicate rate 0.95)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Single corpus, single language — Colombian-Spanish speakers only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Small real test set (96 reports) — treat PD/HC gaps cautiously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Positioning: a </a:t>
            </a:r>
            <a:r>
              <a:rPr b="1" lang="de-DE" sz="1600" spc="-1" strike="noStrike">
                <a:solidFill>
                  <a:srgbClr val="041e42"/>
                </a:solidFill>
                <a:latin typeface="Arial"/>
                <a:ea typeface="Arial"/>
              </a:rPr>
              <a:t>decision-support drafting aid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, never autonomous diagnosis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PlaceHolder 2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Limitations &amp; clinical considerations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PlaceHolder 1"/>
          <p:cNvSpPr>
            <a:spLocks noGrp="1"/>
          </p:cNvSpPr>
          <p:nvPr>
            <p:ph/>
          </p:nvPr>
        </p:nvSpPr>
        <p:spPr>
          <a:xfrm>
            <a:off x="518400" y="1631160"/>
            <a:ext cx="11157120" cy="456876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t">
            <a:noAutofit/>
          </a:bodyPr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B17 is final for the Flan-T5 track.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Under the paper’s own metric, a 248M model is competitive with 7B systems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Next: constrained / template-guided decoding for full slot coverage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Next: richer, less-templated synthetic training data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– </a:t>
            </a:r>
            <a:r>
              <a:rPr b="0" lang="de-DE" sz="1600" spc="-1" strike="noStrike">
                <a:solidFill>
                  <a:schemeClr val="dk1"/>
                </a:solidFill>
                <a:latin typeface="Arial"/>
                <a:ea typeface="Arial"/>
              </a:rPr>
              <a:t>Next: scale to a 7B decoder (LLaMA / Mistral) to beat 0.79 / 0.84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PlaceHolder 2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Conclusion &amp; next steps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PlaceHolder 1"/>
          <p:cNvSpPr>
            <a:spLocks noGrp="1"/>
          </p:cNvSpPr>
          <p:nvPr>
            <p:ph type="title"/>
          </p:nvPr>
        </p:nvSpPr>
        <p:spPr>
          <a:xfrm>
            <a:off x="518400" y="301320"/>
            <a:ext cx="6843600" cy="33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de-DE" sz="2400" spc="-1" strike="noStrike">
                <a:solidFill>
                  <a:srgbClr val="041e42"/>
                </a:solidFill>
                <a:latin typeface="Arial"/>
                <a:ea typeface="Arial"/>
              </a:rPr>
              <a:t>Bottom line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PlaceHolder 2"/>
          <p:cNvSpPr>
            <a:spLocks noGrp="1"/>
          </p:cNvSpPr>
          <p:nvPr>
            <p:ph/>
          </p:nvPr>
        </p:nvSpPr>
        <p:spPr>
          <a:xfrm>
            <a:off x="2497320" y="2836080"/>
            <a:ext cx="7199280" cy="21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10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i="1" lang="de-DE" sz="2000" spc="-1" strike="noStrike">
                <a:solidFill>
                  <a:srgbClr val="041e42"/>
                </a:solidFill>
                <a:latin typeface="Arial"/>
                <a:ea typeface="Arial"/>
              </a:rPr>
              <a:t>Under the paper’s own metric, a 248-million-parameter model lands beside systems roughly 28 times larger — the gap was the ruler, not the model.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Bildplatzhalter 8" descr="Ein Bild, das Text, Geschirr enthält.&#10;&#10;Automatisch generierte Beschreibung"/>
          <p:cNvPicPr/>
          <p:nvPr/>
        </p:nvPicPr>
        <p:blipFill>
          <a:blip r:embed="rId1"/>
          <a:srcRect l="0" t="11873" r="0" b="11873"/>
          <a:stretch/>
        </p:blipFill>
        <p:spPr>
          <a:xfrm>
            <a:off x="0" y="1294560"/>
            <a:ext cx="12191400" cy="5562720"/>
          </a:xfrm>
          <a:prstGeom prst="rect">
            <a:avLst/>
          </a:prstGeom>
          <a:ln w="0">
            <a:noFill/>
          </a:ln>
        </p:spPr>
      </p:pic>
      <p:sp>
        <p:nvSpPr>
          <p:cNvPr id="1158" name="PlaceHolder 1"/>
          <p:cNvSpPr>
            <a:spLocks noGrp="1"/>
          </p:cNvSpPr>
          <p:nvPr>
            <p:ph/>
          </p:nvPr>
        </p:nvSpPr>
        <p:spPr>
          <a:xfrm>
            <a:off x="518400" y="2648160"/>
            <a:ext cx="11157120" cy="1561320"/>
          </a:xfrm>
          <a:prstGeom prst="rect">
            <a:avLst/>
          </a:prstGeom>
          <a:noFill/>
          <a:ln w="0">
            <a:noFill/>
          </a:ln>
        </p:spPr>
        <p:txBody>
          <a:bodyPr lIns="0" rIns="360000" tIns="0" bIns="0" anchor="ctr">
            <a:noAutofit/>
          </a:bodyPr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de-DE" sz="4800" spc="-1" strike="noStrike">
                <a:solidFill>
                  <a:schemeClr val="dk1"/>
                </a:solidFill>
                <a:latin typeface="Arial"/>
                <a:ea typeface="Arial"/>
              </a:rPr>
              <a:t>Thank you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de-DE" sz="4800" spc="-1" strike="noStrike">
                <a:solidFill>
                  <a:schemeClr val="dk1"/>
                </a:solidFill>
                <a:latin typeface="Arial"/>
                <a:ea typeface="Arial"/>
              </a:rPr>
              <a:t>for your attention!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FAU - Technische Fakultät">
  <a:themeElements>
    <a:clrScheme name="FAU - Grau">
      <a:dk1>
        <a:srgbClr val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C64748B88E4F4A81E78C320064AA18" ma:contentTypeVersion="13" ma:contentTypeDescription="Ein neues Dokument erstellen." ma:contentTypeScope="" ma:versionID="7d7fe78eff81fbacf66dc0ff6aeec5a3">
  <xsd:schema xmlns:xsd="http://www.w3.org/2001/XMLSchema" xmlns:xs="http://www.w3.org/2001/XMLSchema" xmlns:p="http://schemas.microsoft.com/office/2006/metadata/properties" xmlns:ns2="e1a9e197-d112-4abb-aa0c-4ed035d690a3" xmlns:ns3="5d4c14f1-5e26-4315-944b-e10ebb29e5be" targetNamespace="http://schemas.microsoft.com/office/2006/metadata/properties" ma:root="true" ma:fieldsID="798e591f6d3205a21a5c8f3fdff7cfef" ns2:_="" ns3:_="">
    <xsd:import namespace="e1a9e197-d112-4abb-aa0c-4ed035d690a3"/>
    <xsd:import namespace="5d4c14f1-5e26-4315-944b-e10ebb29e5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9e197-d112-4abb-aa0c-4ed035d690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4c14f1-5e26-4315-944b-e10ebb29e5b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CC1A7FE3-81F7-4596-A188-3EE8D4188E1F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e1a9e197-d112-4abb-aa0c-4ed035d690a3"/>
    <ds:schemaRef ds:uri="http://schemas.microsoft.com/office/infopath/2007/PartnerControls"/>
    <ds:schemaRef ds:uri="5d4c14f1-5e26-4315-944b-e10ebb29e5be"/>
    <ds:schemaRef ds:uri="http://www.w3.org/XML/1998/namespace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E457329C-FB5F-4A4D-B331-82D30E9A7432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CDFBE955-EBBF-441B-94AE-DC551CE16727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a9e197-d112-4abb-aa0c-4ed035d690a3"/>
    <ds:schemaRef ds:uri="5d4c14f1-5e26-4315-944b-e10ebb29e5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2021-11-18T07:49:57Z</dcterms:created>
  <dc:creator>Dawood Aijaz</dc:creator>
  <dc:description/>
  <dc:language>en-US</dc:language>
  <cp:lastModifiedBy/>
  <dcterms:modified xsi:type="dcterms:W3CDTF">2026-08-18T23:07:28Z</dcterms:modified>
  <cp:revision>143</cp:revision>
  <dc:subject>Final Project Presentation</dc:subject>
  <dc:title>Acoustic-Driven Generation of mFDA Clinical Speech Reports with Flan-T5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  <property fmtid="{D5CDD505-2E9C-101B-9397-08002B2CF9AE}" pid="3" name="MMClips">
    <vt:i4>2</vt:i4>
  </property>
  <property fmtid="{D5CDD505-2E9C-101B-9397-08002B2CF9AE}" pid="4" name="Notes">
    <vt:i4>26</vt:i4>
  </property>
  <property fmtid="{D5CDD505-2E9C-101B-9397-08002B2CF9AE}" pid="5" name="PresentationFormat">
    <vt:lpwstr>On-screen Show (4:3)</vt:lpwstr>
  </property>
  <property fmtid="{D5CDD505-2E9C-101B-9397-08002B2CF9AE}" pid="6" name="Slides">
    <vt:i4>26</vt:i4>
  </property>
</Properties>
</file>